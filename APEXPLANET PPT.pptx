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81F45-BD53-9410-A4FC-C0FF121D7706}" v="58" dt="2026-05-09T13:49:18.834"/>
    <p1510:client id="{DB522269-06B3-CC40-808C-3250BCB515EB}" v="1" dt="2026-05-09T12:52:49.169"/>
    <p1510:client id="{F944F281-87FB-371B-2BB9-30C48EF7B1C7}" v="105" dt="2026-05-09T13:41:23.216"/>
    <p1510:client id="{FC11D77B-88DD-EB3A-B588-EB7DBC34F4C0}" v="3" dt="2026-05-09T12:52:37.5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6.sv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6.sv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9C42BB-E796-49EA-A894-C56A0286B39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201219-18D5-43FA-9359-8AAE9B5FCD1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Analyze overall car sales performance </a:t>
          </a:r>
          <a:endParaRPr lang="en-US"/>
        </a:p>
      </dgm:t>
    </dgm:pt>
    <dgm:pt modelId="{72F74E75-B78A-4F0B-93D0-8653FF24C093}" type="parTrans" cxnId="{1C78B360-34DC-4E0F-AFEB-5B4F755DE4AF}">
      <dgm:prSet/>
      <dgm:spPr/>
      <dgm:t>
        <a:bodyPr/>
        <a:lstStyle/>
        <a:p>
          <a:endParaRPr lang="en-US"/>
        </a:p>
      </dgm:t>
    </dgm:pt>
    <dgm:pt modelId="{B757561C-9B90-4549-8FA0-D507A3E955FB}" type="sibTrans" cxnId="{1C78B360-34DC-4E0F-AFEB-5B4F755DE4A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F6D7231-34F9-4DE9-81A9-B6F1ED5DCAE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Identify top-selling car brands and models </a:t>
          </a:r>
          <a:endParaRPr lang="en-US"/>
        </a:p>
      </dgm:t>
    </dgm:pt>
    <dgm:pt modelId="{F272AC12-DFE6-44D9-B588-D2CD065D93F9}" type="parTrans" cxnId="{652804E5-1DEC-4FAE-941C-BCD99651F79F}">
      <dgm:prSet/>
      <dgm:spPr/>
      <dgm:t>
        <a:bodyPr/>
        <a:lstStyle/>
        <a:p>
          <a:endParaRPr lang="en-US"/>
        </a:p>
      </dgm:t>
    </dgm:pt>
    <dgm:pt modelId="{FF168B21-3294-46F6-BB1B-4940D08BD5E7}" type="sibTrans" cxnId="{652804E5-1DEC-4FAE-941C-BCD99651F79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BA41178-7EDD-4B7D-A278-1790CC10F80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Compare sales across fuel and transmission types </a:t>
          </a:r>
          <a:endParaRPr lang="en-US"/>
        </a:p>
      </dgm:t>
    </dgm:pt>
    <dgm:pt modelId="{AD3EE4E0-F548-45AD-B0A0-B78F2C21EF4D}" type="parTrans" cxnId="{841C2191-49C8-4B33-939E-D958F77FDA27}">
      <dgm:prSet/>
      <dgm:spPr/>
      <dgm:t>
        <a:bodyPr/>
        <a:lstStyle/>
        <a:p>
          <a:endParaRPr lang="en-US"/>
        </a:p>
      </dgm:t>
    </dgm:pt>
    <dgm:pt modelId="{6ED4F90C-C5F6-4705-812C-AE973F19D452}" type="sibTrans" cxnId="{841C2191-49C8-4B33-939E-D958F77FDA2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2614DC4-A209-4435-804E-C1A04F28611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Track price-wise sales distribution </a:t>
          </a:r>
          <a:endParaRPr lang="en-US"/>
        </a:p>
      </dgm:t>
    </dgm:pt>
    <dgm:pt modelId="{DDDA6685-3F08-45CB-88C8-75D3C830CEB4}" type="parTrans" cxnId="{FB21BDFC-6BBC-4429-8920-F5F347473485}">
      <dgm:prSet/>
      <dgm:spPr/>
      <dgm:t>
        <a:bodyPr/>
        <a:lstStyle/>
        <a:p>
          <a:endParaRPr lang="en-US"/>
        </a:p>
      </dgm:t>
    </dgm:pt>
    <dgm:pt modelId="{81591335-D1CA-4C4B-99D3-86724EBC207C}" type="sibTrans" cxnId="{FB21BDFC-6BBC-4429-8920-F5F34747348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1FEE73C-1CC4-4976-A4EE-A436D34F1C1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Discover high-demand vehicle segments </a:t>
          </a:r>
          <a:endParaRPr lang="en-US"/>
        </a:p>
      </dgm:t>
    </dgm:pt>
    <dgm:pt modelId="{AFACFAA2-A921-44C5-8989-99B5E515DE39}" type="parTrans" cxnId="{4A3A0F15-BC73-4320-9EE8-D0F9C20A17CC}">
      <dgm:prSet/>
      <dgm:spPr/>
      <dgm:t>
        <a:bodyPr/>
        <a:lstStyle/>
        <a:p>
          <a:endParaRPr lang="en-US"/>
        </a:p>
      </dgm:t>
    </dgm:pt>
    <dgm:pt modelId="{BFAC85E0-5945-4355-9DA0-036D610134D9}" type="sibTrans" cxnId="{4A3A0F15-BC73-4320-9EE8-D0F9C20A17C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3632183-A340-44C5-B573-C3069E3EB1F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Support better sales and pricing strategies </a:t>
          </a:r>
          <a:endParaRPr lang="en-US"/>
        </a:p>
      </dgm:t>
    </dgm:pt>
    <dgm:pt modelId="{8BBCBED4-E6FA-42A8-ABB4-EC8235D8B8C0}" type="parTrans" cxnId="{6FABB5FF-C4E0-43A8-8004-61BD408D7F5C}">
      <dgm:prSet/>
      <dgm:spPr/>
      <dgm:t>
        <a:bodyPr/>
        <a:lstStyle/>
        <a:p>
          <a:endParaRPr lang="en-US"/>
        </a:p>
      </dgm:t>
    </dgm:pt>
    <dgm:pt modelId="{842C70F5-327E-440C-8265-68AA6418ABB8}" type="sibTrans" cxnId="{6FABB5FF-C4E0-43A8-8004-61BD408D7F5C}">
      <dgm:prSet/>
      <dgm:spPr/>
      <dgm:t>
        <a:bodyPr/>
        <a:lstStyle/>
        <a:p>
          <a:endParaRPr lang="en-US"/>
        </a:p>
      </dgm:t>
    </dgm:pt>
    <dgm:pt modelId="{8D15BE92-D245-46F7-AFB5-68DBA7C6E716}" type="pres">
      <dgm:prSet presAssocID="{569C42BB-E796-49EA-A894-C56A0286B39F}" presName="root" presStyleCnt="0">
        <dgm:presLayoutVars>
          <dgm:dir/>
          <dgm:resizeHandles val="exact"/>
        </dgm:presLayoutVars>
      </dgm:prSet>
      <dgm:spPr/>
    </dgm:pt>
    <dgm:pt modelId="{58726074-FE97-4A4C-A69C-7C7D51A9ECF3}" type="pres">
      <dgm:prSet presAssocID="{569C42BB-E796-49EA-A894-C56A0286B39F}" presName="container" presStyleCnt="0">
        <dgm:presLayoutVars>
          <dgm:dir/>
          <dgm:resizeHandles val="exact"/>
        </dgm:presLayoutVars>
      </dgm:prSet>
      <dgm:spPr/>
    </dgm:pt>
    <dgm:pt modelId="{0CB54B40-AE4E-42EA-8225-DEA011CB7F64}" type="pres">
      <dgm:prSet presAssocID="{E7201219-18D5-43FA-9359-8AAE9B5FCD1A}" presName="compNode" presStyleCnt="0"/>
      <dgm:spPr/>
    </dgm:pt>
    <dgm:pt modelId="{B040B369-E88D-4779-BDEF-BA11DF2C3D83}" type="pres">
      <dgm:prSet presAssocID="{E7201219-18D5-43FA-9359-8AAE9B5FCD1A}" presName="iconBgRect" presStyleLbl="bgShp" presStyleIdx="0" presStyleCnt="6"/>
      <dgm:spPr/>
    </dgm:pt>
    <dgm:pt modelId="{26C6FE80-B935-48F5-8513-DB04EAD095E0}" type="pres">
      <dgm:prSet presAssocID="{E7201219-18D5-43FA-9359-8AAE9B5FCD1A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5CDD293-A663-4328-8779-5572CFAD1216}" type="pres">
      <dgm:prSet presAssocID="{E7201219-18D5-43FA-9359-8AAE9B5FCD1A}" presName="spaceRect" presStyleCnt="0"/>
      <dgm:spPr/>
    </dgm:pt>
    <dgm:pt modelId="{295D5300-8295-411E-99EF-3601455532D1}" type="pres">
      <dgm:prSet presAssocID="{E7201219-18D5-43FA-9359-8AAE9B5FCD1A}" presName="textRect" presStyleLbl="revTx" presStyleIdx="0" presStyleCnt="6">
        <dgm:presLayoutVars>
          <dgm:chMax val="1"/>
          <dgm:chPref val="1"/>
        </dgm:presLayoutVars>
      </dgm:prSet>
      <dgm:spPr/>
    </dgm:pt>
    <dgm:pt modelId="{7E32E1D8-1EA2-46EA-B780-F32053B9579B}" type="pres">
      <dgm:prSet presAssocID="{B757561C-9B90-4549-8FA0-D507A3E955FB}" presName="sibTrans" presStyleLbl="sibTrans2D1" presStyleIdx="0" presStyleCnt="0"/>
      <dgm:spPr/>
    </dgm:pt>
    <dgm:pt modelId="{F0CE2423-5B05-4B18-AD69-0088D253B45C}" type="pres">
      <dgm:prSet presAssocID="{0F6D7231-34F9-4DE9-81A9-B6F1ED5DCAEA}" presName="compNode" presStyleCnt="0"/>
      <dgm:spPr/>
    </dgm:pt>
    <dgm:pt modelId="{E232C8B6-ED52-48C5-AE40-E74E22B91E3F}" type="pres">
      <dgm:prSet presAssocID="{0F6D7231-34F9-4DE9-81A9-B6F1ED5DCAEA}" presName="iconBgRect" presStyleLbl="bgShp" presStyleIdx="1" presStyleCnt="6"/>
      <dgm:spPr/>
    </dgm:pt>
    <dgm:pt modelId="{E1DF6049-0CEA-44F2-9955-C55B16207DEE}" type="pres">
      <dgm:prSet presAssocID="{0F6D7231-34F9-4DE9-81A9-B6F1ED5DCAEA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6CCACB87-D799-46A6-A96D-426F6EB0580B}" type="pres">
      <dgm:prSet presAssocID="{0F6D7231-34F9-4DE9-81A9-B6F1ED5DCAEA}" presName="spaceRect" presStyleCnt="0"/>
      <dgm:spPr/>
    </dgm:pt>
    <dgm:pt modelId="{066AA0AC-C282-42C4-98C8-F0C182B07BBE}" type="pres">
      <dgm:prSet presAssocID="{0F6D7231-34F9-4DE9-81A9-B6F1ED5DCAEA}" presName="textRect" presStyleLbl="revTx" presStyleIdx="1" presStyleCnt="6">
        <dgm:presLayoutVars>
          <dgm:chMax val="1"/>
          <dgm:chPref val="1"/>
        </dgm:presLayoutVars>
      </dgm:prSet>
      <dgm:spPr/>
    </dgm:pt>
    <dgm:pt modelId="{0C81C628-5878-4915-A1A1-24E7A3612A5F}" type="pres">
      <dgm:prSet presAssocID="{FF168B21-3294-46F6-BB1B-4940D08BD5E7}" presName="sibTrans" presStyleLbl="sibTrans2D1" presStyleIdx="0" presStyleCnt="0"/>
      <dgm:spPr/>
    </dgm:pt>
    <dgm:pt modelId="{1DB36BC7-D1D5-45F8-9A53-1F25A0553FE7}" type="pres">
      <dgm:prSet presAssocID="{CBA41178-7EDD-4B7D-A278-1790CC10F80C}" presName="compNode" presStyleCnt="0"/>
      <dgm:spPr/>
    </dgm:pt>
    <dgm:pt modelId="{6C58927C-F820-4E0A-8F7E-FA8A44593306}" type="pres">
      <dgm:prSet presAssocID="{CBA41178-7EDD-4B7D-A278-1790CC10F80C}" presName="iconBgRect" presStyleLbl="bgShp" presStyleIdx="2" presStyleCnt="6"/>
      <dgm:spPr/>
    </dgm:pt>
    <dgm:pt modelId="{A5F533C4-D850-41D9-ADEE-996EE22E4DA5}" type="pres">
      <dgm:prSet presAssocID="{CBA41178-7EDD-4B7D-A278-1790CC10F80C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BE2B00E9-1919-4A0B-AC90-4F344EDB6670}" type="pres">
      <dgm:prSet presAssocID="{CBA41178-7EDD-4B7D-A278-1790CC10F80C}" presName="spaceRect" presStyleCnt="0"/>
      <dgm:spPr/>
    </dgm:pt>
    <dgm:pt modelId="{3EC5EA7E-9015-41EB-BF46-6D8DE301CB20}" type="pres">
      <dgm:prSet presAssocID="{CBA41178-7EDD-4B7D-A278-1790CC10F80C}" presName="textRect" presStyleLbl="revTx" presStyleIdx="2" presStyleCnt="6">
        <dgm:presLayoutVars>
          <dgm:chMax val="1"/>
          <dgm:chPref val="1"/>
        </dgm:presLayoutVars>
      </dgm:prSet>
      <dgm:spPr/>
    </dgm:pt>
    <dgm:pt modelId="{63B8B4C3-14FD-4C05-8B89-2815541A8FB4}" type="pres">
      <dgm:prSet presAssocID="{6ED4F90C-C5F6-4705-812C-AE973F19D452}" presName="sibTrans" presStyleLbl="sibTrans2D1" presStyleIdx="0" presStyleCnt="0"/>
      <dgm:spPr/>
    </dgm:pt>
    <dgm:pt modelId="{12733F82-1D25-48FB-9F32-51BC5BB84647}" type="pres">
      <dgm:prSet presAssocID="{D2614DC4-A209-4435-804E-C1A04F286111}" presName="compNode" presStyleCnt="0"/>
      <dgm:spPr/>
    </dgm:pt>
    <dgm:pt modelId="{48DD1E4B-70F1-484A-91FB-17F21800AC03}" type="pres">
      <dgm:prSet presAssocID="{D2614DC4-A209-4435-804E-C1A04F286111}" presName="iconBgRect" presStyleLbl="bgShp" presStyleIdx="3" presStyleCnt="6"/>
      <dgm:spPr/>
    </dgm:pt>
    <dgm:pt modelId="{26AEF1DF-01BF-4058-AF6C-5C84AFCD40ED}" type="pres">
      <dgm:prSet presAssocID="{D2614DC4-A209-4435-804E-C1A04F286111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EB89BEB-DB31-43AA-9EF7-920C49E75617}" type="pres">
      <dgm:prSet presAssocID="{D2614DC4-A209-4435-804E-C1A04F286111}" presName="spaceRect" presStyleCnt="0"/>
      <dgm:spPr/>
    </dgm:pt>
    <dgm:pt modelId="{AC44DBF3-E631-4BD2-A8D7-55B5C20AD10A}" type="pres">
      <dgm:prSet presAssocID="{D2614DC4-A209-4435-804E-C1A04F286111}" presName="textRect" presStyleLbl="revTx" presStyleIdx="3" presStyleCnt="6">
        <dgm:presLayoutVars>
          <dgm:chMax val="1"/>
          <dgm:chPref val="1"/>
        </dgm:presLayoutVars>
      </dgm:prSet>
      <dgm:spPr/>
    </dgm:pt>
    <dgm:pt modelId="{909B8471-0897-436A-914D-1981B42EA12E}" type="pres">
      <dgm:prSet presAssocID="{81591335-D1CA-4C4B-99D3-86724EBC207C}" presName="sibTrans" presStyleLbl="sibTrans2D1" presStyleIdx="0" presStyleCnt="0"/>
      <dgm:spPr/>
    </dgm:pt>
    <dgm:pt modelId="{6BAE2E30-AB20-4035-B06D-953991637C3A}" type="pres">
      <dgm:prSet presAssocID="{71FEE73C-1CC4-4976-A4EE-A436D34F1C1C}" presName="compNode" presStyleCnt="0"/>
      <dgm:spPr/>
    </dgm:pt>
    <dgm:pt modelId="{8605D441-79E4-4021-BDB8-44BE758CEDE8}" type="pres">
      <dgm:prSet presAssocID="{71FEE73C-1CC4-4976-A4EE-A436D34F1C1C}" presName="iconBgRect" presStyleLbl="bgShp" presStyleIdx="4" presStyleCnt="6"/>
      <dgm:spPr/>
    </dgm:pt>
    <dgm:pt modelId="{C6E0BB21-CB05-4A32-92AB-FC0734FC7AC2}" type="pres">
      <dgm:prSet presAssocID="{71FEE73C-1CC4-4976-A4EE-A436D34F1C1C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xi"/>
        </a:ext>
      </dgm:extLst>
    </dgm:pt>
    <dgm:pt modelId="{AEDD871A-5A6D-4D9A-A796-3390B3DD74E0}" type="pres">
      <dgm:prSet presAssocID="{71FEE73C-1CC4-4976-A4EE-A436D34F1C1C}" presName="spaceRect" presStyleCnt="0"/>
      <dgm:spPr/>
    </dgm:pt>
    <dgm:pt modelId="{5EA5DBCD-8480-4907-8BEE-93F11891ED6C}" type="pres">
      <dgm:prSet presAssocID="{71FEE73C-1CC4-4976-A4EE-A436D34F1C1C}" presName="textRect" presStyleLbl="revTx" presStyleIdx="4" presStyleCnt="6">
        <dgm:presLayoutVars>
          <dgm:chMax val="1"/>
          <dgm:chPref val="1"/>
        </dgm:presLayoutVars>
      </dgm:prSet>
      <dgm:spPr/>
    </dgm:pt>
    <dgm:pt modelId="{E939361F-2840-4C2F-A12C-E945DDA8CD09}" type="pres">
      <dgm:prSet presAssocID="{BFAC85E0-5945-4355-9DA0-036D610134D9}" presName="sibTrans" presStyleLbl="sibTrans2D1" presStyleIdx="0" presStyleCnt="0"/>
      <dgm:spPr/>
    </dgm:pt>
    <dgm:pt modelId="{01893E19-52DF-4590-9D59-45604A8CEEBE}" type="pres">
      <dgm:prSet presAssocID="{03632183-A340-44C5-B573-C3069E3EB1F4}" presName="compNode" presStyleCnt="0"/>
      <dgm:spPr/>
    </dgm:pt>
    <dgm:pt modelId="{814F354B-92C1-46A0-9831-81478F6D477D}" type="pres">
      <dgm:prSet presAssocID="{03632183-A340-44C5-B573-C3069E3EB1F4}" presName="iconBgRect" presStyleLbl="bgShp" presStyleIdx="5" presStyleCnt="6"/>
      <dgm:spPr/>
    </dgm:pt>
    <dgm:pt modelId="{E1D9DD88-B0CF-4DD7-86F0-23AABD210A57}" type="pres">
      <dgm:prSet presAssocID="{03632183-A340-44C5-B573-C3069E3EB1F4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6825E5C1-EF0D-46E7-9CD1-34DE4559C227}" type="pres">
      <dgm:prSet presAssocID="{03632183-A340-44C5-B573-C3069E3EB1F4}" presName="spaceRect" presStyleCnt="0"/>
      <dgm:spPr/>
    </dgm:pt>
    <dgm:pt modelId="{33E67C47-08C0-49B3-B2A2-43D37A04A00C}" type="pres">
      <dgm:prSet presAssocID="{03632183-A340-44C5-B573-C3069E3EB1F4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CF76C801-0FB6-4972-AEE1-27809458EE3E}" type="presOf" srcId="{0F6D7231-34F9-4DE9-81A9-B6F1ED5DCAEA}" destId="{066AA0AC-C282-42C4-98C8-F0C182B07BBE}" srcOrd="0" destOrd="0" presId="urn:microsoft.com/office/officeart/2018/2/layout/IconCircleList"/>
    <dgm:cxn modelId="{4A3A0F15-BC73-4320-9EE8-D0F9C20A17CC}" srcId="{569C42BB-E796-49EA-A894-C56A0286B39F}" destId="{71FEE73C-1CC4-4976-A4EE-A436D34F1C1C}" srcOrd="4" destOrd="0" parTransId="{AFACFAA2-A921-44C5-8989-99B5E515DE39}" sibTransId="{BFAC85E0-5945-4355-9DA0-036D610134D9}"/>
    <dgm:cxn modelId="{24B0FD1F-63EF-44A3-A5F1-1C780A091246}" type="presOf" srcId="{81591335-D1CA-4C4B-99D3-86724EBC207C}" destId="{909B8471-0897-436A-914D-1981B42EA12E}" srcOrd="0" destOrd="0" presId="urn:microsoft.com/office/officeart/2018/2/layout/IconCircleList"/>
    <dgm:cxn modelId="{DAB69934-D2FC-4FB1-BEBD-5061FDD77167}" type="presOf" srcId="{BFAC85E0-5945-4355-9DA0-036D610134D9}" destId="{E939361F-2840-4C2F-A12C-E945DDA8CD09}" srcOrd="0" destOrd="0" presId="urn:microsoft.com/office/officeart/2018/2/layout/IconCircleList"/>
    <dgm:cxn modelId="{3ED0013E-3B85-49C8-BBAC-D54772B69C6F}" type="presOf" srcId="{FF168B21-3294-46F6-BB1B-4940D08BD5E7}" destId="{0C81C628-5878-4915-A1A1-24E7A3612A5F}" srcOrd="0" destOrd="0" presId="urn:microsoft.com/office/officeart/2018/2/layout/IconCircleList"/>
    <dgm:cxn modelId="{1C78B360-34DC-4E0F-AFEB-5B4F755DE4AF}" srcId="{569C42BB-E796-49EA-A894-C56A0286B39F}" destId="{E7201219-18D5-43FA-9359-8AAE9B5FCD1A}" srcOrd="0" destOrd="0" parTransId="{72F74E75-B78A-4F0B-93D0-8653FF24C093}" sibTransId="{B757561C-9B90-4549-8FA0-D507A3E955FB}"/>
    <dgm:cxn modelId="{9B571648-3C7E-4A80-9EE2-373A08AE2F9E}" type="presOf" srcId="{569C42BB-E796-49EA-A894-C56A0286B39F}" destId="{8D15BE92-D245-46F7-AFB5-68DBA7C6E716}" srcOrd="0" destOrd="0" presId="urn:microsoft.com/office/officeart/2018/2/layout/IconCircleList"/>
    <dgm:cxn modelId="{E563D24D-12D6-4976-8856-374E4FDDB64C}" type="presOf" srcId="{71FEE73C-1CC4-4976-A4EE-A436D34F1C1C}" destId="{5EA5DBCD-8480-4907-8BEE-93F11891ED6C}" srcOrd="0" destOrd="0" presId="urn:microsoft.com/office/officeart/2018/2/layout/IconCircleList"/>
    <dgm:cxn modelId="{B8D8DB51-8156-4207-8DDC-B9DDA1C6CF8C}" type="presOf" srcId="{B757561C-9B90-4549-8FA0-D507A3E955FB}" destId="{7E32E1D8-1EA2-46EA-B780-F32053B9579B}" srcOrd="0" destOrd="0" presId="urn:microsoft.com/office/officeart/2018/2/layout/IconCircleList"/>
    <dgm:cxn modelId="{F685D980-0966-460E-9E55-3A97F527BD5A}" type="presOf" srcId="{6ED4F90C-C5F6-4705-812C-AE973F19D452}" destId="{63B8B4C3-14FD-4C05-8B89-2815541A8FB4}" srcOrd="0" destOrd="0" presId="urn:microsoft.com/office/officeart/2018/2/layout/IconCircleList"/>
    <dgm:cxn modelId="{FD957382-4387-4345-8285-166AB447DF12}" type="presOf" srcId="{E7201219-18D5-43FA-9359-8AAE9B5FCD1A}" destId="{295D5300-8295-411E-99EF-3601455532D1}" srcOrd="0" destOrd="0" presId="urn:microsoft.com/office/officeart/2018/2/layout/IconCircleList"/>
    <dgm:cxn modelId="{65CFAF8F-C0A2-4B10-8F74-FC2802B97840}" type="presOf" srcId="{03632183-A340-44C5-B573-C3069E3EB1F4}" destId="{33E67C47-08C0-49B3-B2A2-43D37A04A00C}" srcOrd="0" destOrd="0" presId="urn:microsoft.com/office/officeart/2018/2/layout/IconCircleList"/>
    <dgm:cxn modelId="{841C2191-49C8-4B33-939E-D958F77FDA27}" srcId="{569C42BB-E796-49EA-A894-C56A0286B39F}" destId="{CBA41178-7EDD-4B7D-A278-1790CC10F80C}" srcOrd="2" destOrd="0" parTransId="{AD3EE4E0-F548-45AD-B0A0-B78F2C21EF4D}" sibTransId="{6ED4F90C-C5F6-4705-812C-AE973F19D452}"/>
    <dgm:cxn modelId="{A958EC9D-9D6A-4AB7-B184-5726CC24C34D}" type="presOf" srcId="{D2614DC4-A209-4435-804E-C1A04F286111}" destId="{AC44DBF3-E631-4BD2-A8D7-55B5C20AD10A}" srcOrd="0" destOrd="0" presId="urn:microsoft.com/office/officeart/2018/2/layout/IconCircleList"/>
    <dgm:cxn modelId="{271073C6-08FC-4BE7-A965-93FBCBC215CB}" type="presOf" srcId="{CBA41178-7EDD-4B7D-A278-1790CC10F80C}" destId="{3EC5EA7E-9015-41EB-BF46-6D8DE301CB20}" srcOrd="0" destOrd="0" presId="urn:microsoft.com/office/officeart/2018/2/layout/IconCircleList"/>
    <dgm:cxn modelId="{652804E5-1DEC-4FAE-941C-BCD99651F79F}" srcId="{569C42BB-E796-49EA-A894-C56A0286B39F}" destId="{0F6D7231-34F9-4DE9-81A9-B6F1ED5DCAEA}" srcOrd="1" destOrd="0" parTransId="{F272AC12-DFE6-44D9-B588-D2CD065D93F9}" sibTransId="{FF168B21-3294-46F6-BB1B-4940D08BD5E7}"/>
    <dgm:cxn modelId="{FB21BDFC-6BBC-4429-8920-F5F347473485}" srcId="{569C42BB-E796-49EA-A894-C56A0286B39F}" destId="{D2614DC4-A209-4435-804E-C1A04F286111}" srcOrd="3" destOrd="0" parTransId="{DDDA6685-3F08-45CB-88C8-75D3C830CEB4}" sibTransId="{81591335-D1CA-4C4B-99D3-86724EBC207C}"/>
    <dgm:cxn modelId="{6FABB5FF-C4E0-43A8-8004-61BD408D7F5C}" srcId="{569C42BB-E796-49EA-A894-C56A0286B39F}" destId="{03632183-A340-44C5-B573-C3069E3EB1F4}" srcOrd="5" destOrd="0" parTransId="{8BBCBED4-E6FA-42A8-ABB4-EC8235D8B8C0}" sibTransId="{842C70F5-327E-440C-8265-68AA6418ABB8}"/>
    <dgm:cxn modelId="{21E292A0-FE17-47AE-AB5D-F3E5F7E0464A}" type="presParOf" srcId="{8D15BE92-D245-46F7-AFB5-68DBA7C6E716}" destId="{58726074-FE97-4A4C-A69C-7C7D51A9ECF3}" srcOrd="0" destOrd="0" presId="urn:microsoft.com/office/officeart/2018/2/layout/IconCircleList"/>
    <dgm:cxn modelId="{689EAAA7-25CB-48D4-B762-1B7E4981A610}" type="presParOf" srcId="{58726074-FE97-4A4C-A69C-7C7D51A9ECF3}" destId="{0CB54B40-AE4E-42EA-8225-DEA011CB7F64}" srcOrd="0" destOrd="0" presId="urn:microsoft.com/office/officeart/2018/2/layout/IconCircleList"/>
    <dgm:cxn modelId="{0065EE2F-7723-4A4E-8F38-171C9761A402}" type="presParOf" srcId="{0CB54B40-AE4E-42EA-8225-DEA011CB7F64}" destId="{B040B369-E88D-4779-BDEF-BA11DF2C3D83}" srcOrd="0" destOrd="0" presId="urn:microsoft.com/office/officeart/2018/2/layout/IconCircleList"/>
    <dgm:cxn modelId="{8CE59B32-1412-46C4-9839-B20A5313DA1F}" type="presParOf" srcId="{0CB54B40-AE4E-42EA-8225-DEA011CB7F64}" destId="{26C6FE80-B935-48F5-8513-DB04EAD095E0}" srcOrd="1" destOrd="0" presId="urn:microsoft.com/office/officeart/2018/2/layout/IconCircleList"/>
    <dgm:cxn modelId="{FAE9DFCD-F5A4-4BCE-AB9E-E3EC45E33851}" type="presParOf" srcId="{0CB54B40-AE4E-42EA-8225-DEA011CB7F64}" destId="{D5CDD293-A663-4328-8779-5572CFAD1216}" srcOrd="2" destOrd="0" presId="urn:microsoft.com/office/officeart/2018/2/layout/IconCircleList"/>
    <dgm:cxn modelId="{168237CB-1349-40B4-9A9B-02492410DD6C}" type="presParOf" srcId="{0CB54B40-AE4E-42EA-8225-DEA011CB7F64}" destId="{295D5300-8295-411E-99EF-3601455532D1}" srcOrd="3" destOrd="0" presId="urn:microsoft.com/office/officeart/2018/2/layout/IconCircleList"/>
    <dgm:cxn modelId="{FD0BF16B-EAE7-49ED-8EEA-1D1C2E94EB2B}" type="presParOf" srcId="{58726074-FE97-4A4C-A69C-7C7D51A9ECF3}" destId="{7E32E1D8-1EA2-46EA-B780-F32053B9579B}" srcOrd="1" destOrd="0" presId="urn:microsoft.com/office/officeart/2018/2/layout/IconCircleList"/>
    <dgm:cxn modelId="{6734BE42-4961-499A-A266-ED89D623C043}" type="presParOf" srcId="{58726074-FE97-4A4C-A69C-7C7D51A9ECF3}" destId="{F0CE2423-5B05-4B18-AD69-0088D253B45C}" srcOrd="2" destOrd="0" presId="urn:microsoft.com/office/officeart/2018/2/layout/IconCircleList"/>
    <dgm:cxn modelId="{5876557C-0EC6-40A5-A91C-14F02F526E2E}" type="presParOf" srcId="{F0CE2423-5B05-4B18-AD69-0088D253B45C}" destId="{E232C8B6-ED52-48C5-AE40-E74E22B91E3F}" srcOrd="0" destOrd="0" presId="urn:microsoft.com/office/officeart/2018/2/layout/IconCircleList"/>
    <dgm:cxn modelId="{07363A32-0671-4F98-9519-49EF3130DCAE}" type="presParOf" srcId="{F0CE2423-5B05-4B18-AD69-0088D253B45C}" destId="{E1DF6049-0CEA-44F2-9955-C55B16207DEE}" srcOrd="1" destOrd="0" presId="urn:microsoft.com/office/officeart/2018/2/layout/IconCircleList"/>
    <dgm:cxn modelId="{17465529-356A-47C8-AB96-745FDB5408B4}" type="presParOf" srcId="{F0CE2423-5B05-4B18-AD69-0088D253B45C}" destId="{6CCACB87-D799-46A6-A96D-426F6EB0580B}" srcOrd="2" destOrd="0" presId="urn:microsoft.com/office/officeart/2018/2/layout/IconCircleList"/>
    <dgm:cxn modelId="{9F266A21-54CC-4798-9DE9-A96161FA9570}" type="presParOf" srcId="{F0CE2423-5B05-4B18-AD69-0088D253B45C}" destId="{066AA0AC-C282-42C4-98C8-F0C182B07BBE}" srcOrd="3" destOrd="0" presId="urn:microsoft.com/office/officeart/2018/2/layout/IconCircleList"/>
    <dgm:cxn modelId="{45D8AA78-3DD6-47A9-8BC7-2A4B5A084C51}" type="presParOf" srcId="{58726074-FE97-4A4C-A69C-7C7D51A9ECF3}" destId="{0C81C628-5878-4915-A1A1-24E7A3612A5F}" srcOrd="3" destOrd="0" presId="urn:microsoft.com/office/officeart/2018/2/layout/IconCircleList"/>
    <dgm:cxn modelId="{C3A27E68-7C83-42B1-B1CB-C51C127834EB}" type="presParOf" srcId="{58726074-FE97-4A4C-A69C-7C7D51A9ECF3}" destId="{1DB36BC7-D1D5-45F8-9A53-1F25A0553FE7}" srcOrd="4" destOrd="0" presId="urn:microsoft.com/office/officeart/2018/2/layout/IconCircleList"/>
    <dgm:cxn modelId="{135E5641-670E-4DE2-858C-DECDEEC6195E}" type="presParOf" srcId="{1DB36BC7-D1D5-45F8-9A53-1F25A0553FE7}" destId="{6C58927C-F820-4E0A-8F7E-FA8A44593306}" srcOrd="0" destOrd="0" presId="urn:microsoft.com/office/officeart/2018/2/layout/IconCircleList"/>
    <dgm:cxn modelId="{164DBFA5-03C7-48DA-8BEE-098ACAC951CD}" type="presParOf" srcId="{1DB36BC7-D1D5-45F8-9A53-1F25A0553FE7}" destId="{A5F533C4-D850-41D9-ADEE-996EE22E4DA5}" srcOrd="1" destOrd="0" presId="urn:microsoft.com/office/officeart/2018/2/layout/IconCircleList"/>
    <dgm:cxn modelId="{2C72E8B9-A746-4E87-9A8B-0D7911F57E45}" type="presParOf" srcId="{1DB36BC7-D1D5-45F8-9A53-1F25A0553FE7}" destId="{BE2B00E9-1919-4A0B-AC90-4F344EDB6670}" srcOrd="2" destOrd="0" presId="urn:microsoft.com/office/officeart/2018/2/layout/IconCircleList"/>
    <dgm:cxn modelId="{A762E60F-3D2E-4959-9605-C1EA9CBDA55B}" type="presParOf" srcId="{1DB36BC7-D1D5-45F8-9A53-1F25A0553FE7}" destId="{3EC5EA7E-9015-41EB-BF46-6D8DE301CB20}" srcOrd="3" destOrd="0" presId="urn:microsoft.com/office/officeart/2018/2/layout/IconCircleList"/>
    <dgm:cxn modelId="{F4C18BC2-C495-402E-B3AA-59E0B1286A4A}" type="presParOf" srcId="{58726074-FE97-4A4C-A69C-7C7D51A9ECF3}" destId="{63B8B4C3-14FD-4C05-8B89-2815541A8FB4}" srcOrd="5" destOrd="0" presId="urn:microsoft.com/office/officeart/2018/2/layout/IconCircleList"/>
    <dgm:cxn modelId="{56428274-8D0F-49B8-AD23-CF41E4FC75B0}" type="presParOf" srcId="{58726074-FE97-4A4C-A69C-7C7D51A9ECF3}" destId="{12733F82-1D25-48FB-9F32-51BC5BB84647}" srcOrd="6" destOrd="0" presId="urn:microsoft.com/office/officeart/2018/2/layout/IconCircleList"/>
    <dgm:cxn modelId="{119EF074-9F20-4DC1-9002-BDE46D6D0628}" type="presParOf" srcId="{12733F82-1D25-48FB-9F32-51BC5BB84647}" destId="{48DD1E4B-70F1-484A-91FB-17F21800AC03}" srcOrd="0" destOrd="0" presId="urn:microsoft.com/office/officeart/2018/2/layout/IconCircleList"/>
    <dgm:cxn modelId="{FD635373-54EF-43D8-8921-768289EE561E}" type="presParOf" srcId="{12733F82-1D25-48FB-9F32-51BC5BB84647}" destId="{26AEF1DF-01BF-4058-AF6C-5C84AFCD40ED}" srcOrd="1" destOrd="0" presId="urn:microsoft.com/office/officeart/2018/2/layout/IconCircleList"/>
    <dgm:cxn modelId="{C2A54F9E-C4AA-404C-AA8E-0196AE5F6B49}" type="presParOf" srcId="{12733F82-1D25-48FB-9F32-51BC5BB84647}" destId="{EEB89BEB-DB31-43AA-9EF7-920C49E75617}" srcOrd="2" destOrd="0" presId="urn:microsoft.com/office/officeart/2018/2/layout/IconCircleList"/>
    <dgm:cxn modelId="{BC64176B-5DE2-4403-8A4D-DCB0F595228C}" type="presParOf" srcId="{12733F82-1D25-48FB-9F32-51BC5BB84647}" destId="{AC44DBF3-E631-4BD2-A8D7-55B5C20AD10A}" srcOrd="3" destOrd="0" presId="urn:microsoft.com/office/officeart/2018/2/layout/IconCircleList"/>
    <dgm:cxn modelId="{C505E4F4-7BAD-4155-B45D-F21FECFAC377}" type="presParOf" srcId="{58726074-FE97-4A4C-A69C-7C7D51A9ECF3}" destId="{909B8471-0897-436A-914D-1981B42EA12E}" srcOrd="7" destOrd="0" presId="urn:microsoft.com/office/officeart/2018/2/layout/IconCircleList"/>
    <dgm:cxn modelId="{E1383169-341A-4AF8-AB64-B77CB2C4F540}" type="presParOf" srcId="{58726074-FE97-4A4C-A69C-7C7D51A9ECF3}" destId="{6BAE2E30-AB20-4035-B06D-953991637C3A}" srcOrd="8" destOrd="0" presId="urn:microsoft.com/office/officeart/2018/2/layout/IconCircleList"/>
    <dgm:cxn modelId="{0AECD0E1-C9E7-46B0-BBAD-1B86373BE681}" type="presParOf" srcId="{6BAE2E30-AB20-4035-B06D-953991637C3A}" destId="{8605D441-79E4-4021-BDB8-44BE758CEDE8}" srcOrd="0" destOrd="0" presId="urn:microsoft.com/office/officeart/2018/2/layout/IconCircleList"/>
    <dgm:cxn modelId="{81D60393-091F-4AD1-94D6-4F94EDC2989B}" type="presParOf" srcId="{6BAE2E30-AB20-4035-B06D-953991637C3A}" destId="{C6E0BB21-CB05-4A32-92AB-FC0734FC7AC2}" srcOrd="1" destOrd="0" presId="urn:microsoft.com/office/officeart/2018/2/layout/IconCircleList"/>
    <dgm:cxn modelId="{F1BAA205-CAEA-4954-8EC9-30AE36B211BE}" type="presParOf" srcId="{6BAE2E30-AB20-4035-B06D-953991637C3A}" destId="{AEDD871A-5A6D-4D9A-A796-3390B3DD74E0}" srcOrd="2" destOrd="0" presId="urn:microsoft.com/office/officeart/2018/2/layout/IconCircleList"/>
    <dgm:cxn modelId="{6F9A4EB1-3D47-42F9-AFC8-8A8CB5E4A1B0}" type="presParOf" srcId="{6BAE2E30-AB20-4035-B06D-953991637C3A}" destId="{5EA5DBCD-8480-4907-8BEE-93F11891ED6C}" srcOrd="3" destOrd="0" presId="urn:microsoft.com/office/officeart/2018/2/layout/IconCircleList"/>
    <dgm:cxn modelId="{1BB8AB74-4E8C-4AF8-B47B-D4BC05E95439}" type="presParOf" srcId="{58726074-FE97-4A4C-A69C-7C7D51A9ECF3}" destId="{E939361F-2840-4C2F-A12C-E945DDA8CD09}" srcOrd="9" destOrd="0" presId="urn:microsoft.com/office/officeart/2018/2/layout/IconCircleList"/>
    <dgm:cxn modelId="{B2CED080-BC1F-4C28-A6D1-8EF698686EAA}" type="presParOf" srcId="{58726074-FE97-4A4C-A69C-7C7D51A9ECF3}" destId="{01893E19-52DF-4590-9D59-45604A8CEEBE}" srcOrd="10" destOrd="0" presId="urn:microsoft.com/office/officeart/2018/2/layout/IconCircleList"/>
    <dgm:cxn modelId="{2FE96CC5-A53F-442F-ADB4-4DC7BB91F1A3}" type="presParOf" srcId="{01893E19-52DF-4590-9D59-45604A8CEEBE}" destId="{814F354B-92C1-46A0-9831-81478F6D477D}" srcOrd="0" destOrd="0" presId="urn:microsoft.com/office/officeart/2018/2/layout/IconCircleList"/>
    <dgm:cxn modelId="{A9E61F23-C63D-4C25-93BA-F0D8B7829084}" type="presParOf" srcId="{01893E19-52DF-4590-9D59-45604A8CEEBE}" destId="{E1D9DD88-B0CF-4DD7-86F0-23AABD210A57}" srcOrd="1" destOrd="0" presId="urn:microsoft.com/office/officeart/2018/2/layout/IconCircleList"/>
    <dgm:cxn modelId="{E60886C9-0D8F-4CB4-9766-10D97A65ECE0}" type="presParOf" srcId="{01893E19-52DF-4590-9D59-45604A8CEEBE}" destId="{6825E5C1-EF0D-46E7-9CD1-34DE4559C227}" srcOrd="2" destOrd="0" presId="urn:microsoft.com/office/officeart/2018/2/layout/IconCircleList"/>
    <dgm:cxn modelId="{8586A8A2-1F30-4E97-A389-1311AD68977C}" type="presParOf" srcId="{01893E19-52DF-4590-9D59-45604A8CEEBE}" destId="{33E67C47-08C0-49B3-B2A2-43D37A04A00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B8E1CE-8B97-4D55-9E4A-ACC7A6FD6E8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DDC9501-879B-47D3-AF27-FF1B374E9DAA}">
      <dgm:prSet/>
      <dgm:spPr/>
      <dgm:t>
        <a:bodyPr/>
        <a:lstStyle/>
        <a:p>
          <a:r>
            <a:rPr lang="en-IN"/>
            <a:t>Focus on high-demand vehicle segments </a:t>
          </a:r>
          <a:endParaRPr lang="en-US"/>
        </a:p>
      </dgm:t>
    </dgm:pt>
    <dgm:pt modelId="{A2C44577-B46F-4F93-AC8F-F02E25508877}" type="parTrans" cxnId="{90E28296-BE69-438F-BF87-875982BA092F}">
      <dgm:prSet/>
      <dgm:spPr/>
      <dgm:t>
        <a:bodyPr/>
        <a:lstStyle/>
        <a:p>
          <a:endParaRPr lang="en-US"/>
        </a:p>
      </dgm:t>
    </dgm:pt>
    <dgm:pt modelId="{86D718CE-8A1E-4B53-9884-8C02D56DF0CF}" type="sibTrans" cxnId="{90E28296-BE69-438F-BF87-875982BA092F}">
      <dgm:prSet/>
      <dgm:spPr/>
      <dgm:t>
        <a:bodyPr/>
        <a:lstStyle/>
        <a:p>
          <a:endParaRPr lang="en-US"/>
        </a:p>
      </dgm:t>
    </dgm:pt>
    <dgm:pt modelId="{E38C17F1-9DCD-4F5C-ABDC-720254D4894C}">
      <dgm:prSet/>
      <dgm:spPr/>
      <dgm:t>
        <a:bodyPr/>
        <a:lstStyle/>
        <a:p>
          <a:r>
            <a:rPr lang="en-IN"/>
            <a:t>Optimize pricing based on market trends </a:t>
          </a:r>
          <a:endParaRPr lang="en-US"/>
        </a:p>
      </dgm:t>
    </dgm:pt>
    <dgm:pt modelId="{752D3706-D7EF-4F4A-90BE-A222851E8806}" type="parTrans" cxnId="{F7D7E740-3F40-4EAE-BB22-99493F801A1B}">
      <dgm:prSet/>
      <dgm:spPr/>
      <dgm:t>
        <a:bodyPr/>
        <a:lstStyle/>
        <a:p>
          <a:endParaRPr lang="en-US"/>
        </a:p>
      </dgm:t>
    </dgm:pt>
    <dgm:pt modelId="{E16BF604-43CD-489C-84CB-80CFB3371151}" type="sibTrans" cxnId="{F7D7E740-3F40-4EAE-BB22-99493F801A1B}">
      <dgm:prSet/>
      <dgm:spPr/>
      <dgm:t>
        <a:bodyPr/>
        <a:lstStyle/>
        <a:p>
          <a:endParaRPr lang="en-US"/>
        </a:p>
      </dgm:t>
    </dgm:pt>
    <dgm:pt modelId="{3A821D84-6EB1-4042-B7ED-B05BF0982264}">
      <dgm:prSet/>
      <dgm:spPr/>
      <dgm:t>
        <a:bodyPr/>
        <a:lstStyle/>
        <a:p>
          <a:r>
            <a:rPr lang="en-IN"/>
            <a:t>Promote premium and automatic vehicles </a:t>
          </a:r>
          <a:endParaRPr lang="en-US"/>
        </a:p>
      </dgm:t>
    </dgm:pt>
    <dgm:pt modelId="{7BB3FFDE-7162-4E7C-8A7B-138322BC2FA7}" type="parTrans" cxnId="{4F92528B-B904-42AA-A418-2C3A582EDA63}">
      <dgm:prSet/>
      <dgm:spPr/>
      <dgm:t>
        <a:bodyPr/>
        <a:lstStyle/>
        <a:p>
          <a:endParaRPr lang="en-US"/>
        </a:p>
      </dgm:t>
    </dgm:pt>
    <dgm:pt modelId="{87D7C18D-9AF1-4608-9950-60C56217422E}" type="sibTrans" cxnId="{4F92528B-B904-42AA-A418-2C3A582EDA63}">
      <dgm:prSet/>
      <dgm:spPr/>
      <dgm:t>
        <a:bodyPr/>
        <a:lstStyle/>
        <a:p>
          <a:endParaRPr lang="en-US"/>
        </a:p>
      </dgm:t>
    </dgm:pt>
    <dgm:pt modelId="{9CE0F32D-1A58-4B09-96FF-93BA0A5EC770}">
      <dgm:prSet/>
      <dgm:spPr/>
      <dgm:t>
        <a:bodyPr/>
        <a:lstStyle/>
        <a:p>
          <a:r>
            <a:rPr lang="en-IN"/>
            <a:t>Monitor brand-wise sales performance </a:t>
          </a:r>
          <a:endParaRPr lang="en-US"/>
        </a:p>
      </dgm:t>
    </dgm:pt>
    <dgm:pt modelId="{52D1FB0A-461C-4699-941B-FFFAA3CE75E6}" type="parTrans" cxnId="{06689099-8BFF-4382-9270-0DF2320B5728}">
      <dgm:prSet/>
      <dgm:spPr/>
      <dgm:t>
        <a:bodyPr/>
        <a:lstStyle/>
        <a:p>
          <a:endParaRPr lang="en-US"/>
        </a:p>
      </dgm:t>
    </dgm:pt>
    <dgm:pt modelId="{3859B5A1-01E9-47EE-8746-382BC0D1E8BB}" type="sibTrans" cxnId="{06689099-8BFF-4382-9270-0DF2320B5728}">
      <dgm:prSet/>
      <dgm:spPr/>
      <dgm:t>
        <a:bodyPr/>
        <a:lstStyle/>
        <a:p>
          <a:endParaRPr lang="en-US"/>
        </a:p>
      </dgm:t>
    </dgm:pt>
    <dgm:pt modelId="{3B7FD2E3-4C70-4F60-821C-A504602A5B1C}">
      <dgm:prSet/>
      <dgm:spPr/>
      <dgm:t>
        <a:bodyPr/>
        <a:lstStyle/>
        <a:p>
          <a:r>
            <a:rPr lang="en-IN"/>
            <a:t>Use data insights for better business decisions </a:t>
          </a:r>
          <a:endParaRPr lang="en-US"/>
        </a:p>
      </dgm:t>
    </dgm:pt>
    <dgm:pt modelId="{6D9D50D7-A831-4EE1-9E6D-519FEAE8D069}" type="parTrans" cxnId="{E4367FFD-D99E-43CC-BC01-88C7FE48E604}">
      <dgm:prSet/>
      <dgm:spPr/>
      <dgm:t>
        <a:bodyPr/>
        <a:lstStyle/>
        <a:p>
          <a:endParaRPr lang="en-US"/>
        </a:p>
      </dgm:t>
    </dgm:pt>
    <dgm:pt modelId="{FD3F248C-1E55-4567-9D62-82047C780CD6}" type="sibTrans" cxnId="{E4367FFD-D99E-43CC-BC01-88C7FE48E604}">
      <dgm:prSet/>
      <dgm:spPr/>
      <dgm:t>
        <a:bodyPr/>
        <a:lstStyle/>
        <a:p>
          <a:endParaRPr lang="en-US"/>
        </a:p>
      </dgm:t>
    </dgm:pt>
    <dgm:pt modelId="{55385576-6AD9-4427-B04F-BC244F8D9957}" type="pres">
      <dgm:prSet presAssocID="{E7B8E1CE-8B97-4D55-9E4A-ACC7A6FD6E8A}" presName="root" presStyleCnt="0">
        <dgm:presLayoutVars>
          <dgm:dir/>
          <dgm:resizeHandles val="exact"/>
        </dgm:presLayoutVars>
      </dgm:prSet>
      <dgm:spPr/>
    </dgm:pt>
    <dgm:pt modelId="{0D6427A1-3D21-452D-AEED-AD9A8FE67527}" type="pres">
      <dgm:prSet presAssocID="{CDDC9501-879B-47D3-AF27-FF1B374E9DAA}" presName="compNode" presStyleCnt="0"/>
      <dgm:spPr/>
    </dgm:pt>
    <dgm:pt modelId="{9B0D269F-E5B6-4121-BC69-0A51A34B92E0}" type="pres">
      <dgm:prSet presAssocID="{CDDC9501-879B-47D3-AF27-FF1B374E9DAA}" presName="bgRect" presStyleLbl="bgShp" presStyleIdx="0" presStyleCnt="5"/>
      <dgm:spPr/>
    </dgm:pt>
    <dgm:pt modelId="{B5CAEB62-6621-45B4-A6FD-6B460C9201D9}" type="pres">
      <dgm:prSet presAssocID="{CDDC9501-879B-47D3-AF27-FF1B374E9DA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xi"/>
        </a:ext>
      </dgm:extLst>
    </dgm:pt>
    <dgm:pt modelId="{015B5C75-3131-440B-BC32-BF1AB6748567}" type="pres">
      <dgm:prSet presAssocID="{CDDC9501-879B-47D3-AF27-FF1B374E9DAA}" presName="spaceRect" presStyleCnt="0"/>
      <dgm:spPr/>
    </dgm:pt>
    <dgm:pt modelId="{4B399A0D-6DAE-4377-888F-5B3F000178BD}" type="pres">
      <dgm:prSet presAssocID="{CDDC9501-879B-47D3-AF27-FF1B374E9DAA}" presName="parTx" presStyleLbl="revTx" presStyleIdx="0" presStyleCnt="5">
        <dgm:presLayoutVars>
          <dgm:chMax val="0"/>
          <dgm:chPref val="0"/>
        </dgm:presLayoutVars>
      </dgm:prSet>
      <dgm:spPr/>
    </dgm:pt>
    <dgm:pt modelId="{C283C3D0-6B88-492F-B18C-C6F151CBA439}" type="pres">
      <dgm:prSet presAssocID="{86D718CE-8A1E-4B53-9884-8C02D56DF0CF}" presName="sibTrans" presStyleCnt="0"/>
      <dgm:spPr/>
    </dgm:pt>
    <dgm:pt modelId="{0D930B36-F858-4088-BF8D-641ED9A32CD3}" type="pres">
      <dgm:prSet presAssocID="{E38C17F1-9DCD-4F5C-ABDC-720254D4894C}" presName="compNode" presStyleCnt="0"/>
      <dgm:spPr/>
    </dgm:pt>
    <dgm:pt modelId="{E907C875-88DA-476F-BC02-EBDBEEC486F4}" type="pres">
      <dgm:prSet presAssocID="{E38C17F1-9DCD-4F5C-ABDC-720254D4894C}" presName="bgRect" presStyleLbl="bgShp" presStyleIdx="1" presStyleCnt="5"/>
      <dgm:spPr/>
    </dgm:pt>
    <dgm:pt modelId="{747435CA-B00C-4DC8-8772-F759FDF86416}" type="pres">
      <dgm:prSet presAssocID="{E38C17F1-9DCD-4F5C-ABDC-720254D4894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"/>
        </a:ext>
      </dgm:extLst>
    </dgm:pt>
    <dgm:pt modelId="{19C39015-BB8E-4566-A2D7-9D7295F04FBD}" type="pres">
      <dgm:prSet presAssocID="{E38C17F1-9DCD-4F5C-ABDC-720254D4894C}" presName="spaceRect" presStyleCnt="0"/>
      <dgm:spPr/>
    </dgm:pt>
    <dgm:pt modelId="{7504ACBC-5A42-42CA-9ED6-A7612E4D4E6C}" type="pres">
      <dgm:prSet presAssocID="{E38C17F1-9DCD-4F5C-ABDC-720254D4894C}" presName="parTx" presStyleLbl="revTx" presStyleIdx="1" presStyleCnt="5">
        <dgm:presLayoutVars>
          <dgm:chMax val="0"/>
          <dgm:chPref val="0"/>
        </dgm:presLayoutVars>
      </dgm:prSet>
      <dgm:spPr/>
    </dgm:pt>
    <dgm:pt modelId="{EA4F4FFD-5172-4383-AEE7-83605A83D7AB}" type="pres">
      <dgm:prSet presAssocID="{E16BF604-43CD-489C-84CB-80CFB3371151}" presName="sibTrans" presStyleCnt="0"/>
      <dgm:spPr/>
    </dgm:pt>
    <dgm:pt modelId="{14607341-ADDF-4838-805B-009ED8DCE076}" type="pres">
      <dgm:prSet presAssocID="{3A821D84-6EB1-4042-B7ED-B05BF0982264}" presName="compNode" presStyleCnt="0"/>
      <dgm:spPr/>
    </dgm:pt>
    <dgm:pt modelId="{424142AE-D5A5-4877-A6DF-888BAC0651B7}" type="pres">
      <dgm:prSet presAssocID="{3A821D84-6EB1-4042-B7ED-B05BF0982264}" presName="bgRect" presStyleLbl="bgShp" presStyleIdx="2" presStyleCnt="5"/>
      <dgm:spPr/>
    </dgm:pt>
    <dgm:pt modelId="{5F6B8218-BAEC-4DD1-B9ED-1514FE2DE2C1}" type="pres">
      <dgm:prSet presAssocID="{3A821D84-6EB1-4042-B7ED-B05BF0982264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ll"/>
        </a:ext>
      </dgm:extLst>
    </dgm:pt>
    <dgm:pt modelId="{2468430A-0C4F-4EE3-BCA2-AB6FAF5E2E2A}" type="pres">
      <dgm:prSet presAssocID="{3A821D84-6EB1-4042-B7ED-B05BF0982264}" presName="spaceRect" presStyleCnt="0"/>
      <dgm:spPr/>
    </dgm:pt>
    <dgm:pt modelId="{70CD1570-F3E9-40CE-A25C-670C91754E8F}" type="pres">
      <dgm:prSet presAssocID="{3A821D84-6EB1-4042-B7ED-B05BF0982264}" presName="parTx" presStyleLbl="revTx" presStyleIdx="2" presStyleCnt="5">
        <dgm:presLayoutVars>
          <dgm:chMax val="0"/>
          <dgm:chPref val="0"/>
        </dgm:presLayoutVars>
      </dgm:prSet>
      <dgm:spPr/>
    </dgm:pt>
    <dgm:pt modelId="{86A510B8-614B-4E69-9D2E-F04762F3DC4E}" type="pres">
      <dgm:prSet presAssocID="{87D7C18D-9AF1-4608-9950-60C56217422E}" presName="sibTrans" presStyleCnt="0"/>
      <dgm:spPr/>
    </dgm:pt>
    <dgm:pt modelId="{B5F51ADF-7D8B-4848-8CFB-A4C7FE334A3F}" type="pres">
      <dgm:prSet presAssocID="{9CE0F32D-1A58-4B09-96FF-93BA0A5EC770}" presName="compNode" presStyleCnt="0"/>
      <dgm:spPr/>
    </dgm:pt>
    <dgm:pt modelId="{A0B70FA8-9DFF-4ECC-B6BB-684A16394E81}" type="pres">
      <dgm:prSet presAssocID="{9CE0F32D-1A58-4B09-96FF-93BA0A5EC770}" presName="bgRect" presStyleLbl="bgShp" presStyleIdx="3" presStyleCnt="5"/>
      <dgm:spPr/>
    </dgm:pt>
    <dgm:pt modelId="{91488CBB-047F-433E-BA85-782AC480DB93}" type="pres">
      <dgm:prSet presAssocID="{9CE0F32D-1A58-4B09-96FF-93BA0A5EC77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ified Brand"/>
        </a:ext>
      </dgm:extLst>
    </dgm:pt>
    <dgm:pt modelId="{A37FE50D-33C1-48D9-85C4-FA3A7BD3E336}" type="pres">
      <dgm:prSet presAssocID="{9CE0F32D-1A58-4B09-96FF-93BA0A5EC770}" presName="spaceRect" presStyleCnt="0"/>
      <dgm:spPr/>
    </dgm:pt>
    <dgm:pt modelId="{FF69F87D-3ED1-40D8-A715-8FD9BFBDA711}" type="pres">
      <dgm:prSet presAssocID="{9CE0F32D-1A58-4B09-96FF-93BA0A5EC770}" presName="parTx" presStyleLbl="revTx" presStyleIdx="3" presStyleCnt="5">
        <dgm:presLayoutVars>
          <dgm:chMax val="0"/>
          <dgm:chPref val="0"/>
        </dgm:presLayoutVars>
      </dgm:prSet>
      <dgm:spPr/>
    </dgm:pt>
    <dgm:pt modelId="{43234B5E-2D97-4793-9791-1FF19804B475}" type="pres">
      <dgm:prSet presAssocID="{3859B5A1-01E9-47EE-8746-382BC0D1E8BB}" presName="sibTrans" presStyleCnt="0"/>
      <dgm:spPr/>
    </dgm:pt>
    <dgm:pt modelId="{1A0678D4-49F0-492E-B60D-46E81562967F}" type="pres">
      <dgm:prSet presAssocID="{3B7FD2E3-4C70-4F60-821C-A504602A5B1C}" presName="compNode" presStyleCnt="0"/>
      <dgm:spPr/>
    </dgm:pt>
    <dgm:pt modelId="{DD8F93D6-2CC5-48A9-B5E4-F326C7E65615}" type="pres">
      <dgm:prSet presAssocID="{3B7FD2E3-4C70-4F60-821C-A504602A5B1C}" presName="bgRect" presStyleLbl="bgShp" presStyleIdx="4" presStyleCnt="5"/>
      <dgm:spPr/>
    </dgm:pt>
    <dgm:pt modelId="{97DF819E-828C-407B-BC06-B5A9D6163D27}" type="pres">
      <dgm:prSet presAssocID="{3B7FD2E3-4C70-4F60-821C-A504602A5B1C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M Customer Insights App"/>
        </a:ext>
      </dgm:extLst>
    </dgm:pt>
    <dgm:pt modelId="{6B4C23F1-66DB-4500-83F4-5F03F45B2836}" type="pres">
      <dgm:prSet presAssocID="{3B7FD2E3-4C70-4F60-821C-A504602A5B1C}" presName="spaceRect" presStyleCnt="0"/>
      <dgm:spPr/>
    </dgm:pt>
    <dgm:pt modelId="{0B98E038-9E36-46EF-BFF5-7AEC6B0705CC}" type="pres">
      <dgm:prSet presAssocID="{3B7FD2E3-4C70-4F60-821C-A504602A5B1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24E8B1F-EBBE-4C8E-A9F0-AC17D93B9778}" type="presOf" srcId="{3A821D84-6EB1-4042-B7ED-B05BF0982264}" destId="{70CD1570-F3E9-40CE-A25C-670C91754E8F}" srcOrd="0" destOrd="0" presId="urn:microsoft.com/office/officeart/2018/2/layout/IconVerticalSolidList"/>
    <dgm:cxn modelId="{AAB48C23-B101-479D-BFF8-C50756C23B05}" type="presOf" srcId="{E7B8E1CE-8B97-4D55-9E4A-ACC7A6FD6E8A}" destId="{55385576-6AD9-4427-B04F-BC244F8D9957}" srcOrd="0" destOrd="0" presId="urn:microsoft.com/office/officeart/2018/2/layout/IconVerticalSolidList"/>
    <dgm:cxn modelId="{AEC2513F-CDF2-4CCB-A03A-08BF9B444C4D}" type="presOf" srcId="{CDDC9501-879B-47D3-AF27-FF1B374E9DAA}" destId="{4B399A0D-6DAE-4377-888F-5B3F000178BD}" srcOrd="0" destOrd="0" presId="urn:microsoft.com/office/officeart/2018/2/layout/IconVerticalSolidList"/>
    <dgm:cxn modelId="{F7D7E740-3F40-4EAE-BB22-99493F801A1B}" srcId="{E7B8E1CE-8B97-4D55-9E4A-ACC7A6FD6E8A}" destId="{E38C17F1-9DCD-4F5C-ABDC-720254D4894C}" srcOrd="1" destOrd="0" parTransId="{752D3706-D7EF-4F4A-90BE-A222851E8806}" sibTransId="{E16BF604-43CD-489C-84CB-80CFB3371151}"/>
    <dgm:cxn modelId="{B7D96C65-A656-4092-A14A-6A477ADA8286}" type="presOf" srcId="{9CE0F32D-1A58-4B09-96FF-93BA0A5EC770}" destId="{FF69F87D-3ED1-40D8-A715-8FD9BFBDA711}" srcOrd="0" destOrd="0" presId="urn:microsoft.com/office/officeart/2018/2/layout/IconVerticalSolidList"/>
    <dgm:cxn modelId="{4F92528B-B904-42AA-A418-2C3A582EDA63}" srcId="{E7B8E1CE-8B97-4D55-9E4A-ACC7A6FD6E8A}" destId="{3A821D84-6EB1-4042-B7ED-B05BF0982264}" srcOrd="2" destOrd="0" parTransId="{7BB3FFDE-7162-4E7C-8A7B-138322BC2FA7}" sibTransId="{87D7C18D-9AF1-4608-9950-60C56217422E}"/>
    <dgm:cxn modelId="{90E28296-BE69-438F-BF87-875982BA092F}" srcId="{E7B8E1CE-8B97-4D55-9E4A-ACC7A6FD6E8A}" destId="{CDDC9501-879B-47D3-AF27-FF1B374E9DAA}" srcOrd="0" destOrd="0" parTransId="{A2C44577-B46F-4F93-AC8F-F02E25508877}" sibTransId="{86D718CE-8A1E-4B53-9884-8C02D56DF0CF}"/>
    <dgm:cxn modelId="{06689099-8BFF-4382-9270-0DF2320B5728}" srcId="{E7B8E1CE-8B97-4D55-9E4A-ACC7A6FD6E8A}" destId="{9CE0F32D-1A58-4B09-96FF-93BA0A5EC770}" srcOrd="3" destOrd="0" parTransId="{52D1FB0A-461C-4699-941B-FFFAA3CE75E6}" sibTransId="{3859B5A1-01E9-47EE-8746-382BC0D1E8BB}"/>
    <dgm:cxn modelId="{B1D7FBB3-DD2B-41C8-9B1F-5517951AB6E1}" type="presOf" srcId="{E38C17F1-9DCD-4F5C-ABDC-720254D4894C}" destId="{7504ACBC-5A42-42CA-9ED6-A7612E4D4E6C}" srcOrd="0" destOrd="0" presId="urn:microsoft.com/office/officeart/2018/2/layout/IconVerticalSolidList"/>
    <dgm:cxn modelId="{9E3ACACB-9C64-4B80-A992-237B569766A0}" type="presOf" srcId="{3B7FD2E3-4C70-4F60-821C-A504602A5B1C}" destId="{0B98E038-9E36-46EF-BFF5-7AEC6B0705CC}" srcOrd="0" destOrd="0" presId="urn:microsoft.com/office/officeart/2018/2/layout/IconVerticalSolidList"/>
    <dgm:cxn modelId="{E4367FFD-D99E-43CC-BC01-88C7FE48E604}" srcId="{E7B8E1CE-8B97-4D55-9E4A-ACC7A6FD6E8A}" destId="{3B7FD2E3-4C70-4F60-821C-A504602A5B1C}" srcOrd="4" destOrd="0" parTransId="{6D9D50D7-A831-4EE1-9E6D-519FEAE8D069}" sibTransId="{FD3F248C-1E55-4567-9D62-82047C780CD6}"/>
    <dgm:cxn modelId="{036E4795-815E-4E14-8976-ABD87ADE6681}" type="presParOf" srcId="{55385576-6AD9-4427-B04F-BC244F8D9957}" destId="{0D6427A1-3D21-452D-AEED-AD9A8FE67527}" srcOrd="0" destOrd="0" presId="urn:microsoft.com/office/officeart/2018/2/layout/IconVerticalSolidList"/>
    <dgm:cxn modelId="{6CF53675-D440-4562-8F83-336C6DB9B2D4}" type="presParOf" srcId="{0D6427A1-3D21-452D-AEED-AD9A8FE67527}" destId="{9B0D269F-E5B6-4121-BC69-0A51A34B92E0}" srcOrd="0" destOrd="0" presId="urn:microsoft.com/office/officeart/2018/2/layout/IconVerticalSolidList"/>
    <dgm:cxn modelId="{0020FD6B-1F24-4B06-930D-6CC95D834EEF}" type="presParOf" srcId="{0D6427A1-3D21-452D-AEED-AD9A8FE67527}" destId="{B5CAEB62-6621-45B4-A6FD-6B460C9201D9}" srcOrd="1" destOrd="0" presId="urn:microsoft.com/office/officeart/2018/2/layout/IconVerticalSolidList"/>
    <dgm:cxn modelId="{A6AD371F-2E20-403A-95FA-7B42B218D4C0}" type="presParOf" srcId="{0D6427A1-3D21-452D-AEED-AD9A8FE67527}" destId="{015B5C75-3131-440B-BC32-BF1AB6748567}" srcOrd="2" destOrd="0" presId="urn:microsoft.com/office/officeart/2018/2/layout/IconVerticalSolidList"/>
    <dgm:cxn modelId="{B1889B64-4C93-4300-918D-109D9DAF107E}" type="presParOf" srcId="{0D6427A1-3D21-452D-AEED-AD9A8FE67527}" destId="{4B399A0D-6DAE-4377-888F-5B3F000178BD}" srcOrd="3" destOrd="0" presId="urn:microsoft.com/office/officeart/2018/2/layout/IconVerticalSolidList"/>
    <dgm:cxn modelId="{62954F50-AA4C-4416-947D-7DE0481F1ECF}" type="presParOf" srcId="{55385576-6AD9-4427-B04F-BC244F8D9957}" destId="{C283C3D0-6B88-492F-B18C-C6F151CBA439}" srcOrd="1" destOrd="0" presId="urn:microsoft.com/office/officeart/2018/2/layout/IconVerticalSolidList"/>
    <dgm:cxn modelId="{9E84F72F-0D9B-436E-9754-73D259DD6836}" type="presParOf" srcId="{55385576-6AD9-4427-B04F-BC244F8D9957}" destId="{0D930B36-F858-4088-BF8D-641ED9A32CD3}" srcOrd="2" destOrd="0" presId="urn:microsoft.com/office/officeart/2018/2/layout/IconVerticalSolidList"/>
    <dgm:cxn modelId="{221D8E49-1615-4F04-981B-B5D7FCA3173D}" type="presParOf" srcId="{0D930B36-F858-4088-BF8D-641ED9A32CD3}" destId="{E907C875-88DA-476F-BC02-EBDBEEC486F4}" srcOrd="0" destOrd="0" presId="urn:microsoft.com/office/officeart/2018/2/layout/IconVerticalSolidList"/>
    <dgm:cxn modelId="{4B97B09F-5CAE-4C02-9548-2EF9CD8C66D0}" type="presParOf" srcId="{0D930B36-F858-4088-BF8D-641ED9A32CD3}" destId="{747435CA-B00C-4DC8-8772-F759FDF86416}" srcOrd="1" destOrd="0" presId="urn:microsoft.com/office/officeart/2018/2/layout/IconVerticalSolidList"/>
    <dgm:cxn modelId="{7F8A8FFD-0A41-4E15-8F38-F1F93E7CC710}" type="presParOf" srcId="{0D930B36-F858-4088-BF8D-641ED9A32CD3}" destId="{19C39015-BB8E-4566-A2D7-9D7295F04FBD}" srcOrd="2" destOrd="0" presId="urn:microsoft.com/office/officeart/2018/2/layout/IconVerticalSolidList"/>
    <dgm:cxn modelId="{F6F5DFE7-2017-42CA-8FCD-59C35613D503}" type="presParOf" srcId="{0D930B36-F858-4088-BF8D-641ED9A32CD3}" destId="{7504ACBC-5A42-42CA-9ED6-A7612E4D4E6C}" srcOrd="3" destOrd="0" presId="urn:microsoft.com/office/officeart/2018/2/layout/IconVerticalSolidList"/>
    <dgm:cxn modelId="{E932FBFD-E7BB-4A05-B822-309D5FE09489}" type="presParOf" srcId="{55385576-6AD9-4427-B04F-BC244F8D9957}" destId="{EA4F4FFD-5172-4383-AEE7-83605A83D7AB}" srcOrd="3" destOrd="0" presId="urn:microsoft.com/office/officeart/2018/2/layout/IconVerticalSolidList"/>
    <dgm:cxn modelId="{C2BBF23C-66D9-4B7C-89B5-8FAA3C51D11E}" type="presParOf" srcId="{55385576-6AD9-4427-B04F-BC244F8D9957}" destId="{14607341-ADDF-4838-805B-009ED8DCE076}" srcOrd="4" destOrd="0" presId="urn:microsoft.com/office/officeart/2018/2/layout/IconVerticalSolidList"/>
    <dgm:cxn modelId="{05A1A70A-1309-432E-AB8F-A48A8C14EEC5}" type="presParOf" srcId="{14607341-ADDF-4838-805B-009ED8DCE076}" destId="{424142AE-D5A5-4877-A6DF-888BAC0651B7}" srcOrd="0" destOrd="0" presId="urn:microsoft.com/office/officeart/2018/2/layout/IconVerticalSolidList"/>
    <dgm:cxn modelId="{E7EC5C5B-F02D-4477-ACD9-40EFCE7B3A62}" type="presParOf" srcId="{14607341-ADDF-4838-805B-009ED8DCE076}" destId="{5F6B8218-BAEC-4DD1-B9ED-1514FE2DE2C1}" srcOrd="1" destOrd="0" presId="urn:microsoft.com/office/officeart/2018/2/layout/IconVerticalSolidList"/>
    <dgm:cxn modelId="{7F93E6D4-0D9B-41E4-9165-BCBAD3BF6B3E}" type="presParOf" srcId="{14607341-ADDF-4838-805B-009ED8DCE076}" destId="{2468430A-0C4F-4EE3-BCA2-AB6FAF5E2E2A}" srcOrd="2" destOrd="0" presId="urn:microsoft.com/office/officeart/2018/2/layout/IconVerticalSolidList"/>
    <dgm:cxn modelId="{94DDE68F-222C-4682-B7A6-3991FEF72A72}" type="presParOf" srcId="{14607341-ADDF-4838-805B-009ED8DCE076}" destId="{70CD1570-F3E9-40CE-A25C-670C91754E8F}" srcOrd="3" destOrd="0" presId="urn:microsoft.com/office/officeart/2018/2/layout/IconVerticalSolidList"/>
    <dgm:cxn modelId="{CE89BC64-E23E-45C8-9A16-4869910934AA}" type="presParOf" srcId="{55385576-6AD9-4427-B04F-BC244F8D9957}" destId="{86A510B8-614B-4E69-9D2E-F04762F3DC4E}" srcOrd="5" destOrd="0" presId="urn:microsoft.com/office/officeart/2018/2/layout/IconVerticalSolidList"/>
    <dgm:cxn modelId="{757D8D7F-6939-44AC-B424-8AB2EEA19B59}" type="presParOf" srcId="{55385576-6AD9-4427-B04F-BC244F8D9957}" destId="{B5F51ADF-7D8B-4848-8CFB-A4C7FE334A3F}" srcOrd="6" destOrd="0" presId="urn:microsoft.com/office/officeart/2018/2/layout/IconVerticalSolidList"/>
    <dgm:cxn modelId="{30B34699-59A9-4136-BA0A-1C15349AFFDA}" type="presParOf" srcId="{B5F51ADF-7D8B-4848-8CFB-A4C7FE334A3F}" destId="{A0B70FA8-9DFF-4ECC-B6BB-684A16394E81}" srcOrd="0" destOrd="0" presId="urn:microsoft.com/office/officeart/2018/2/layout/IconVerticalSolidList"/>
    <dgm:cxn modelId="{3B56BE1B-419D-4EC3-89F6-DC91F37FE13A}" type="presParOf" srcId="{B5F51ADF-7D8B-4848-8CFB-A4C7FE334A3F}" destId="{91488CBB-047F-433E-BA85-782AC480DB93}" srcOrd="1" destOrd="0" presId="urn:microsoft.com/office/officeart/2018/2/layout/IconVerticalSolidList"/>
    <dgm:cxn modelId="{6FFFBDD3-3C96-47B3-9DA8-27B0D940D0AE}" type="presParOf" srcId="{B5F51ADF-7D8B-4848-8CFB-A4C7FE334A3F}" destId="{A37FE50D-33C1-48D9-85C4-FA3A7BD3E336}" srcOrd="2" destOrd="0" presId="urn:microsoft.com/office/officeart/2018/2/layout/IconVerticalSolidList"/>
    <dgm:cxn modelId="{D1E93A84-2015-420E-8EFF-63E3087420BC}" type="presParOf" srcId="{B5F51ADF-7D8B-4848-8CFB-A4C7FE334A3F}" destId="{FF69F87D-3ED1-40D8-A715-8FD9BFBDA711}" srcOrd="3" destOrd="0" presId="urn:microsoft.com/office/officeart/2018/2/layout/IconVerticalSolidList"/>
    <dgm:cxn modelId="{D22132AC-8630-4B6A-BF02-8942A7D02C28}" type="presParOf" srcId="{55385576-6AD9-4427-B04F-BC244F8D9957}" destId="{43234B5E-2D97-4793-9791-1FF19804B475}" srcOrd="7" destOrd="0" presId="urn:microsoft.com/office/officeart/2018/2/layout/IconVerticalSolidList"/>
    <dgm:cxn modelId="{CFA95DAB-DBC7-45E0-9D6F-C46C0609079A}" type="presParOf" srcId="{55385576-6AD9-4427-B04F-BC244F8D9957}" destId="{1A0678D4-49F0-492E-B60D-46E81562967F}" srcOrd="8" destOrd="0" presId="urn:microsoft.com/office/officeart/2018/2/layout/IconVerticalSolidList"/>
    <dgm:cxn modelId="{75C0AA56-C892-4EF6-99AD-FB21D8B6667E}" type="presParOf" srcId="{1A0678D4-49F0-492E-B60D-46E81562967F}" destId="{DD8F93D6-2CC5-48A9-B5E4-F326C7E65615}" srcOrd="0" destOrd="0" presId="urn:microsoft.com/office/officeart/2018/2/layout/IconVerticalSolidList"/>
    <dgm:cxn modelId="{537EAC5E-C5DD-49C0-ADC8-28F574F77AEC}" type="presParOf" srcId="{1A0678D4-49F0-492E-B60D-46E81562967F}" destId="{97DF819E-828C-407B-BC06-B5A9D6163D27}" srcOrd="1" destOrd="0" presId="urn:microsoft.com/office/officeart/2018/2/layout/IconVerticalSolidList"/>
    <dgm:cxn modelId="{0B2E0617-1385-40EF-9C01-C9FE27C733D7}" type="presParOf" srcId="{1A0678D4-49F0-492E-B60D-46E81562967F}" destId="{6B4C23F1-66DB-4500-83F4-5F03F45B2836}" srcOrd="2" destOrd="0" presId="urn:microsoft.com/office/officeart/2018/2/layout/IconVerticalSolidList"/>
    <dgm:cxn modelId="{386671B3-2967-4E90-A8EB-C5C50233391C}" type="presParOf" srcId="{1A0678D4-49F0-492E-B60D-46E81562967F}" destId="{0B98E038-9E36-46EF-BFF5-7AEC6B0705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42AA38-81AC-474A-95F4-46016A3A419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B4185A-7801-4424-9E8A-84B5B88722D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Car prices are influenced by brand, vehicle age, fuel type, and transmission. </a:t>
          </a:r>
          <a:endParaRPr lang="en-US"/>
        </a:p>
      </dgm:t>
    </dgm:pt>
    <dgm:pt modelId="{B89EA8AF-90DE-4213-80E3-EED2AEB07EEB}" type="parTrans" cxnId="{59D52C4E-86F5-4F75-AAE9-D638000D6552}">
      <dgm:prSet/>
      <dgm:spPr/>
      <dgm:t>
        <a:bodyPr/>
        <a:lstStyle/>
        <a:p>
          <a:endParaRPr lang="en-US"/>
        </a:p>
      </dgm:t>
    </dgm:pt>
    <dgm:pt modelId="{3BCC575E-F983-4D28-9571-B3B2F3DA4F4A}" type="sibTrans" cxnId="{59D52C4E-86F5-4F75-AAE9-D638000D6552}">
      <dgm:prSet/>
      <dgm:spPr/>
      <dgm:t>
        <a:bodyPr/>
        <a:lstStyle/>
        <a:p>
          <a:endParaRPr lang="en-US"/>
        </a:p>
      </dgm:t>
    </dgm:pt>
    <dgm:pt modelId="{F96B6620-6CB7-4ABB-B43A-23245955BC4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Market trends show higher demand for premium and newer vehicles. </a:t>
          </a:r>
          <a:endParaRPr lang="en-US"/>
        </a:p>
      </dgm:t>
    </dgm:pt>
    <dgm:pt modelId="{723E2858-9F42-4A7D-B537-7544614245F0}" type="parTrans" cxnId="{91BC06CE-0E87-4F3E-9E89-1EEAFBFA40C0}">
      <dgm:prSet/>
      <dgm:spPr/>
      <dgm:t>
        <a:bodyPr/>
        <a:lstStyle/>
        <a:p>
          <a:endParaRPr lang="en-US"/>
        </a:p>
      </dgm:t>
    </dgm:pt>
    <dgm:pt modelId="{A5127CCB-B1CA-4885-B328-45C56C7B99D2}" type="sibTrans" cxnId="{91BC06CE-0E87-4F3E-9E89-1EEAFBFA40C0}">
      <dgm:prSet/>
      <dgm:spPr/>
      <dgm:t>
        <a:bodyPr/>
        <a:lstStyle/>
        <a:p>
          <a:endParaRPr lang="en-US"/>
        </a:p>
      </dgm:t>
    </dgm:pt>
    <dgm:pt modelId="{5B45FB2D-39E6-47E1-A60A-A5E5834A84B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Data visualization helps identify pricing patterns and customer preferences. </a:t>
          </a:r>
          <a:endParaRPr lang="en-US"/>
        </a:p>
      </dgm:t>
    </dgm:pt>
    <dgm:pt modelId="{842F6BF7-3D2A-4A12-BE3C-74ADFEC1C5AA}" type="parTrans" cxnId="{E7952144-5933-465A-B4C1-CBA0F48BE64E}">
      <dgm:prSet/>
      <dgm:spPr/>
      <dgm:t>
        <a:bodyPr/>
        <a:lstStyle/>
        <a:p>
          <a:endParaRPr lang="en-US"/>
        </a:p>
      </dgm:t>
    </dgm:pt>
    <dgm:pt modelId="{957FF747-5C22-4FBF-9CEB-EEC6AF820A8C}" type="sibTrans" cxnId="{E7952144-5933-465A-B4C1-CBA0F48BE64E}">
      <dgm:prSet/>
      <dgm:spPr/>
      <dgm:t>
        <a:bodyPr/>
        <a:lstStyle/>
        <a:p>
          <a:endParaRPr lang="en-US"/>
        </a:p>
      </dgm:t>
    </dgm:pt>
    <dgm:pt modelId="{8F1491B4-9A3F-4DC0-9FAA-A546B265F46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The dashboard supports effective pricing and sales decisions. </a:t>
          </a:r>
          <a:endParaRPr lang="en-US"/>
        </a:p>
      </dgm:t>
    </dgm:pt>
    <dgm:pt modelId="{BEE948C1-CC60-4BE0-83BE-A9A901A4FD02}" type="parTrans" cxnId="{A78111F1-47B1-49AF-8A4E-E6BD09E787EE}">
      <dgm:prSet/>
      <dgm:spPr/>
      <dgm:t>
        <a:bodyPr/>
        <a:lstStyle/>
        <a:p>
          <a:endParaRPr lang="en-US"/>
        </a:p>
      </dgm:t>
    </dgm:pt>
    <dgm:pt modelId="{C7A8C57A-BA11-4DF8-9263-7EF9734F6149}" type="sibTrans" cxnId="{A78111F1-47B1-49AF-8A4E-E6BD09E787EE}">
      <dgm:prSet/>
      <dgm:spPr/>
      <dgm:t>
        <a:bodyPr/>
        <a:lstStyle/>
        <a:p>
          <a:endParaRPr lang="en-US"/>
        </a:p>
      </dgm:t>
    </dgm:pt>
    <dgm:pt modelId="{6F3E3D22-22DD-45F6-97DE-4B2C180C4781}" type="pres">
      <dgm:prSet presAssocID="{D342AA38-81AC-474A-95F4-46016A3A4191}" presName="root" presStyleCnt="0">
        <dgm:presLayoutVars>
          <dgm:dir/>
          <dgm:resizeHandles val="exact"/>
        </dgm:presLayoutVars>
      </dgm:prSet>
      <dgm:spPr/>
    </dgm:pt>
    <dgm:pt modelId="{2B496965-70F6-4F6F-894C-09F24896FBDE}" type="pres">
      <dgm:prSet presAssocID="{B6B4185A-7801-4424-9E8A-84B5B88722D5}" presName="compNode" presStyleCnt="0"/>
      <dgm:spPr/>
    </dgm:pt>
    <dgm:pt modelId="{053B272D-5E23-49D2-A7C5-629C36D3C664}" type="pres">
      <dgm:prSet presAssocID="{B6B4185A-7801-4424-9E8A-84B5B88722D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CAD95546-1FE2-4296-AD2D-87F830D7C3FF}" type="pres">
      <dgm:prSet presAssocID="{B6B4185A-7801-4424-9E8A-84B5B88722D5}" presName="spaceRect" presStyleCnt="0"/>
      <dgm:spPr/>
    </dgm:pt>
    <dgm:pt modelId="{296A0017-D7A5-42EF-8B6F-FC1F5931D31C}" type="pres">
      <dgm:prSet presAssocID="{B6B4185A-7801-4424-9E8A-84B5B88722D5}" presName="textRect" presStyleLbl="revTx" presStyleIdx="0" presStyleCnt="4">
        <dgm:presLayoutVars>
          <dgm:chMax val="1"/>
          <dgm:chPref val="1"/>
        </dgm:presLayoutVars>
      </dgm:prSet>
      <dgm:spPr/>
    </dgm:pt>
    <dgm:pt modelId="{C9C3A8F8-88D6-4A1A-84B4-77BA2683D165}" type="pres">
      <dgm:prSet presAssocID="{3BCC575E-F983-4D28-9571-B3B2F3DA4F4A}" presName="sibTrans" presStyleCnt="0"/>
      <dgm:spPr/>
    </dgm:pt>
    <dgm:pt modelId="{8B14B060-7827-4314-BEAA-E4B7FF00D665}" type="pres">
      <dgm:prSet presAssocID="{F96B6620-6CB7-4ABB-B43A-23245955BC4D}" presName="compNode" presStyleCnt="0"/>
      <dgm:spPr/>
    </dgm:pt>
    <dgm:pt modelId="{00571B4C-7EF6-4F3E-BCA6-25089662E319}" type="pres">
      <dgm:prSet presAssocID="{F96B6620-6CB7-4ABB-B43A-23245955BC4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F7578AAA-9DDD-4A93-BB59-0F6F0B064E1F}" type="pres">
      <dgm:prSet presAssocID="{F96B6620-6CB7-4ABB-B43A-23245955BC4D}" presName="spaceRect" presStyleCnt="0"/>
      <dgm:spPr/>
    </dgm:pt>
    <dgm:pt modelId="{181900BB-03C5-4D59-9EEE-4541842263D2}" type="pres">
      <dgm:prSet presAssocID="{F96B6620-6CB7-4ABB-B43A-23245955BC4D}" presName="textRect" presStyleLbl="revTx" presStyleIdx="1" presStyleCnt="4">
        <dgm:presLayoutVars>
          <dgm:chMax val="1"/>
          <dgm:chPref val="1"/>
        </dgm:presLayoutVars>
      </dgm:prSet>
      <dgm:spPr/>
    </dgm:pt>
    <dgm:pt modelId="{0501551F-81DB-4BFF-A548-AFC907C0AE10}" type="pres">
      <dgm:prSet presAssocID="{A5127CCB-B1CA-4885-B328-45C56C7B99D2}" presName="sibTrans" presStyleCnt="0"/>
      <dgm:spPr/>
    </dgm:pt>
    <dgm:pt modelId="{6E78B6A4-4FB7-49D2-A0C5-04DF3D49F72F}" type="pres">
      <dgm:prSet presAssocID="{5B45FB2D-39E6-47E1-A60A-A5E5834A84BE}" presName="compNode" presStyleCnt="0"/>
      <dgm:spPr/>
    </dgm:pt>
    <dgm:pt modelId="{9B429F6A-388E-4571-B0EF-49A811A7D353}" type="pres">
      <dgm:prSet presAssocID="{5B45FB2D-39E6-47E1-A60A-A5E5834A84B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4AEAEC5-C63A-4FC0-8C0E-86CA0876B57A}" type="pres">
      <dgm:prSet presAssocID="{5B45FB2D-39E6-47E1-A60A-A5E5834A84BE}" presName="spaceRect" presStyleCnt="0"/>
      <dgm:spPr/>
    </dgm:pt>
    <dgm:pt modelId="{3CA4A901-8F6A-41E5-9782-32B3E81185FA}" type="pres">
      <dgm:prSet presAssocID="{5B45FB2D-39E6-47E1-A60A-A5E5834A84BE}" presName="textRect" presStyleLbl="revTx" presStyleIdx="2" presStyleCnt="4">
        <dgm:presLayoutVars>
          <dgm:chMax val="1"/>
          <dgm:chPref val="1"/>
        </dgm:presLayoutVars>
      </dgm:prSet>
      <dgm:spPr/>
    </dgm:pt>
    <dgm:pt modelId="{26F73562-E821-4DDF-9833-237DE45DC2E6}" type="pres">
      <dgm:prSet presAssocID="{957FF747-5C22-4FBF-9CEB-EEC6AF820A8C}" presName="sibTrans" presStyleCnt="0"/>
      <dgm:spPr/>
    </dgm:pt>
    <dgm:pt modelId="{ECDEFDDF-AE00-4A09-8D5A-5145586EDD6B}" type="pres">
      <dgm:prSet presAssocID="{8F1491B4-9A3F-4DC0-9FAA-A546B265F468}" presName="compNode" presStyleCnt="0"/>
      <dgm:spPr/>
    </dgm:pt>
    <dgm:pt modelId="{E0B3B184-5869-4397-B1EE-E6F212229DCB}" type="pres">
      <dgm:prSet presAssocID="{8F1491B4-9A3F-4DC0-9FAA-A546B265F46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3D4B8E1F-F592-43D8-9DE3-4A27F85E2794}" type="pres">
      <dgm:prSet presAssocID="{8F1491B4-9A3F-4DC0-9FAA-A546B265F468}" presName="spaceRect" presStyleCnt="0"/>
      <dgm:spPr/>
    </dgm:pt>
    <dgm:pt modelId="{A8ECD8D6-F663-4F52-97A4-7017B5276E6E}" type="pres">
      <dgm:prSet presAssocID="{8F1491B4-9A3F-4DC0-9FAA-A546B265F46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568AA36-C8B3-47FD-BB2B-3A3349F7E4B3}" type="presOf" srcId="{B6B4185A-7801-4424-9E8A-84B5B88722D5}" destId="{296A0017-D7A5-42EF-8B6F-FC1F5931D31C}" srcOrd="0" destOrd="0" presId="urn:microsoft.com/office/officeart/2018/2/layout/IconLabelList"/>
    <dgm:cxn modelId="{34F4AB39-664C-4D33-9FA0-2F1845AC9815}" type="presOf" srcId="{8F1491B4-9A3F-4DC0-9FAA-A546B265F468}" destId="{A8ECD8D6-F663-4F52-97A4-7017B5276E6E}" srcOrd="0" destOrd="0" presId="urn:microsoft.com/office/officeart/2018/2/layout/IconLabelList"/>
    <dgm:cxn modelId="{E7952144-5933-465A-B4C1-CBA0F48BE64E}" srcId="{D342AA38-81AC-474A-95F4-46016A3A4191}" destId="{5B45FB2D-39E6-47E1-A60A-A5E5834A84BE}" srcOrd="2" destOrd="0" parTransId="{842F6BF7-3D2A-4A12-BE3C-74ADFEC1C5AA}" sibTransId="{957FF747-5C22-4FBF-9CEB-EEC6AF820A8C}"/>
    <dgm:cxn modelId="{59D52C4E-86F5-4F75-AAE9-D638000D6552}" srcId="{D342AA38-81AC-474A-95F4-46016A3A4191}" destId="{B6B4185A-7801-4424-9E8A-84B5B88722D5}" srcOrd="0" destOrd="0" parTransId="{B89EA8AF-90DE-4213-80E3-EED2AEB07EEB}" sibTransId="{3BCC575E-F983-4D28-9571-B3B2F3DA4F4A}"/>
    <dgm:cxn modelId="{7F152676-CCE4-438F-999F-D4DFF25D66F6}" type="presOf" srcId="{D342AA38-81AC-474A-95F4-46016A3A4191}" destId="{6F3E3D22-22DD-45F6-97DE-4B2C180C4781}" srcOrd="0" destOrd="0" presId="urn:microsoft.com/office/officeart/2018/2/layout/IconLabelList"/>
    <dgm:cxn modelId="{1ED9AFB8-06F2-4B9E-85D2-66851BFB1D6D}" type="presOf" srcId="{5B45FB2D-39E6-47E1-A60A-A5E5834A84BE}" destId="{3CA4A901-8F6A-41E5-9782-32B3E81185FA}" srcOrd="0" destOrd="0" presId="urn:microsoft.com/office/officeart/2018/2/layout/IconLabelList"/>
    <dgm:cxn modelId="{2B7F35BD-55B3-4041-A763-6C05D501541C}" type="presOf" srcId="{F96B6620-6CB7-4ABB-B43A-23245955BC4D}" destId="{181900BB-03C5-4D59-9EEE-4541842263D2}" srcOrd="0" destOrd="0" presId="urn:microsoft.com/office/officeart/2018/2/layout/IconLabelList"/>
    <dgm:cxn modelId="{91BC06CE-0E87-4F3E-9E89-1EEAFBFA40C0}" srcId="{D342AA38-81AC-474A-95F4-46016A3A4191}" destId="{F96B6620-6CB7-4ABB-B43A-23245955BC4D}" srcOrd="1" destOrd="0" parTransId="{723E2858-9F42-4A7D-B537-7544614245F0}" sibTransId="{A5127CCB-B1CA-4885-B328-45C56C7B99D2}"/>
    <dgm:cxn modelId="{A78111F1-47B1-49AF-8A4E-E6BD09E787EE}" srcId="{D342AA38-81AC-474A-95F4-46016A3A4191}" destId="{8F1491B4-9A3F-4DC0-9FAA-A546B265F468}" srcOrd="3" destOrd="0" parTransId="{BEE948C1-CC60-4BE0-83BE-A9A901A4FD02}" sibTransId="{C7A8C57A-BA11-4DF8-9263-7EF9734F6149}"/>
    <dgm:cxn modelId="{D58C829F-3205-4688-B6FE-E9E776BA6E91}" type="presParOf" srcId="{6F3E3D22-22DD-45F6-97DE-4B2C180C4781}" destId="{2B496965-70F6-4F6F-894C-09F24896FBDE}" srcOrd="0" destOrd="0" presId="urn:microsoft.com/office/officeart/2018/2/layout/IconLabelList"/>
    <dgm:cxn modelId="{94047486-E71D-48FF-8C6A-A5ACF70D2613}" type="presParOf" srcId="{2B496965-70F6-4F6F-894C-09F24896FBDE}" destId="{053B272D-5E23-49D2-A7C5-629C36D3C664}" srcOrd="0" destOrd="0" presId="urn:microsoft.com/office/officeart/2018/2/layout/IconLabelList"/>
    <dgm:cxn modelId="{898A975F-39C8-40F3-981B-DAB572A3A00D}" type="presParOf" srcId="{2B496965-70F6-4F6F-894C-09F24896FBDE}" destId="{CAD95546-1FE2-4296-AD2D-87F830D7C3FF}" srcOrd="1" destOrd="0" presId="urn:microsoft.com/office/officeart/2018/2/layout/IconLabelList"/>
    <dgm:cxn modelId="{084B9BFD-CC9F-45E8-AD86-C6A6828BDE21}" type="presParOf" srcId="{2B496965-70F6-4F6F-894C-09F24896FBDE}" destId="{296A0017-D7A5-42EF-8B6F-FC1F5931D31C}" srcOrd="2" destOrd="0" presId="urn:microsoft.com/office/officeart/2018/2/layout/IconLabelList"/>
    <dgm:cxn modelId="{194C93F9-6966-4266-8434-25660500B62B}" type="presParOf" srcId="{6F3E3D22-22DD-45F6-97DE-4B2C180C4781}" destId="{C9C3A8F8-88D6-4A1A-84B4-77BA2683D165}" srcOrd="1" destOrd="0" presId="urn:microsoft.com/office/officeart/2018/2/layout/IconLabelList"/>
    <dgm:cxn modelId="{4B9ED1E6-E886-42F0-A58F-6CFB40F7D328}" type="presParOf" srcId="{6F3E3D22-22DD-45F6-97DE-4B2C180C4781}" destId="{8B14B060-7827-4314-BEAA-E4B7FF00D665}" srcOrd="2" destOrd="0" presId="urn:microsoft.com/office/officeart/2018/2/layout/IconLabelList"/>
    <dgm:cxn modelId="{2E91BB16-DFF1-4321-BA91-C5E8C31525B3}" type="presParOf" srcId="{8B14B060-7827-4314-BEAA-E4B7FF00D665}" destId="{00571B4C-7EF6-4F3E-BCA6-25089662E319}" srcOrd="0" destOrd="0" presId="urn:microsoft.com/office/officeart/2018/2/layout/IconLabelList"/>
    <dgm:cxn modelId="{515045A7-7672-4E63-A603-E4996D0CCD3E}" type="presParOf" srcId="{8B14B060-7827-4314-BEAA-E4B7FF00D665}" destId="{F7578AAA-9DDD-4A93-BB59-0F6F0B064E1F}" srcOrd="1" destOrd="0" presId="urn:microsoft.com/office/officeart/2018/2/layout/IconLabelList"/>
    <dgm:cxn modelId="{6555483A-A883-45B7-9875-5092BD67F6FC}" type="presParOf" srcId="{8B14B060-7827-4314-BEAA-E4B7FF00D665}" destId="{181900BB-03C5-4D59-9EEE-4541842263D2}" srcOrd="2" destOrd="0" presId="urn:microsoft.com/office/officeart/2018/2/layout/IconLabelList"/>
    <dgm:cxn modelId="{E564D995-9828-465A-9C34-191EFE157104}" type="presParOf" srcId="{6F3E3D22-22DD-45F6-97DE-4B2C180C4781}" destId="{0501551F-81DB-4BFF-A548-AFC907C0AE10}" srcOrd="3" destOrd="0" presId="urn:microsoft.com/office/officeart/2018/2/layout/IconLabelList"/>
    <dgm:cxn modelId="{F5B715B4-DBB8-4152-854A-F18C44271226}" type="presParOf" srcId="{6F3E3D22-22DD-45F6-97DE-4B2C180C4781}" destId="{6E78B6A4-4FB7-49D2-A0C5-04DF3D49F72F}" srcOrd="4" destOrd="0" presId="urn:microsoft.com/office/officeart/2018/2/layout/IconLabelList"/>
    <dgm:cxn modelId="{1B07BF9E-9974-4666-A3D2-7D43812B34C9}" type="presParOf" srcId="{6E78B6A4-4FB7-49D2-A0C5-04DF3D49F72F}" destId="{9B429F6A-388E-4571-B0EF-49A811A7D353}" srcOrd="0" destOrd="0" presId="urn:microsoft.com/office/officeart/2018/2/layout/IconLabelList"/>
    <dgm:cxn modelId="{9BD69525-50CF-4659-B23A-69A36CC1F39D}" type="presParOf" srcId="{6E78B6A4-4FB7-49D2-A0C5-04DF3D49F72F}" destId="{84AEAEC5-C63A-4FC0-8C0E-86CA0876B57A}" srcOrd="1" destOrd="0" presId="urn:microsoft.com/office/officeart/2018/2/layout/IconLabelList"/>
    <dgm:cxn modelId="{EF6D4D6F-E76B-450D-9E9C-3C5FB93640EF}" type="presParOf" srcId="{6E78B6A4-4FB7-49D2-A0C5-04DF3D49F72F}" destId="{3CA4A901-8F6A-41E5-9782-32B3E81185FA}" srcOrd="2" destOrd="0" presId="urn:microsoft.com/office/officeart/2018/2/layout/IconLabelList"/>
    <dgm:cxn modelId="{A0B3E7CC-EBCE-489D-AD6C-737BEE557369}" type="presParOf" srcId="{6F3E3D22-22DD-45F6-97DE-4B2C180C4781}" destId="{26F73562-E821-4DDF-9833-237DE45DC2E6}" srcOrd="5" destOrd="0" presId="urn:microsoft.com/office/officeart/2018/2/layout/IconLabelList"/>
    <dgm:cxn modelId="{701F4768-EAF7-4D65-9788-13C224E397E6}" type="presParOf" srcId="{6F3E3D22-22DD-45F6-97DE-4B2C180C4781}" destId="{ECDEFDDF-AE00-4A09-8D5A-5145586EDD6B}" srcOrd="6" destOrd="0" presId="urn:microsoft.com/office/officeart/2018/2/layout/IconLabelList"/>
    <dgm:cxn modelId="{C3230019-B201-4BF5-9F88-DC9D6683EB94}" type="presParOf" srcId="{ECDEFDDF-AE00-4A09-8D5A-5145586EDD6B}" destId="{E0B3B184-5869-4397-B1EE-E6F212229DCB}" srcOrd="0" destOrd="0" presId="urn:microsoft.com/office/officeart/2018/2/layout/IconLabelList"/>
    <dgm:cxn modelId="{5E994926-158C-4F94-9612-4F37697EABA8}" type="presParOf" srcId="{ECDEFDDF-AE00-4A09-8D5A-5145586EDD6B}" destId="{3D4B8E1F-F592-43D8-9DE3-4A27F85E2794}" srcOrd="1" destOrd="0" presId="urn:microsoft.com/office/officeart/2018/2/layout/IconLabelList"/>
    <dgm:cxn modelId="{FD9A0773-B7C3-44E3-BE9C-C62CEE01055A}" type="presParOf" srcId="{ECDEFDDF-AE00-4A09-8D5A-5145586EDD6B}" destId="{A8ECD8D6-F663-4F52-97A4-7017B5276E6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40B369-E88D-4779-BDEF-BA11DF2C3D83}">
      <dsp:nvSpPr>
        <dsp:cNvPr id="0" name=""/>
        <dsp:cNvSpPr/>
      </dsp:nvSpPr>
      <dsp:spPr>
        <a:xfrm>
          <a:off x="66203" y="190439"/>
          <a:ext cx="656037" cy="6560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C6FE80-B935-48F5-8513-DB04EAD095E0}">
      <dsp:nvSpPr>
        <dsp:cNvPr id="0" name=""/>
        <dsp:cNvSpPr/>
      </dsp:nvSpPr>
      <dsp:spPr>
        <a:xfrm>
          <a:off x="203971" y="328207"/>
          <a:ext cx="380501" cy="3805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D5300-8295-411E-99EF-3601455532D1}">
      <dsp:nvSpPr>
        <dsp:cNvPr id="0" name=""/>
        <dsp:cNvSpPr/>
      </dsp:nvSpPr>
      <dsp:spPr>
        <a:xfrm>
          <a:off x="862820" y="190439"/>
          <a:ext cx="1546372" cy="656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Analyze overall car sales performance </a:t>
          </a:r>
          <a:endParaRPr lang="en-US" sz="1400" kern="1200"/>
        </a:p>
      </dsp:txBody>
      <dsp:txXfrm>
        <a:off x="862820" y="190439"/>
        <a:ext cx="1546372" cy="656037"/>
      </dsp:txXfrm>
    </dsp:sp>
    <dsp:sp modelId="{E232C8B6-ED52-48C5-AE40-E74E22B91E3F}">
      <dsp:nvSpPr>
        <dsp:cNvPr id="0" name=""/>
        <dsp:cNvSpPr/>
      </dsp:nvSpPr>
      <dsp:spPr>
        <a:xfrm>
          <a:off x="2678636" y="190439"/>
          <a:ext cx="656037" cy="6560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DF6049-0CEA-44F2-9955-C55B16207DEE}">
      <dsp:nvSpPr>
        <dsp:cNvPr id="0" name=""/>
        <dsp:cNvSpPr/>
      </dsp:nvSpPr>
      <dsp:spPr>
        <a:xfrm>
          <a:off x="2816404" y="328207"/>
          <a:ext cx="380501" cy="3805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AA0AC-C282-42C4-98C8-F0C182B07BBE}">
      <dsp:nvSpPr>
        <dsp:cNvPr id="0" name=""/>
        <dsp:cNvSpPr/>
      </dsp:nvSpPr>
      <dsp:spPr>
        <a:xfrm>
          <a:off x="3475253" y="190439"/>
          <a:ext cx="1546372" cy="656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Identify top-selling car brands and models </a:t>
          </a:r>
          <a:endParaRPr lang="en-US" sz="1400" kern="1200"/>
        </a:p>
      </dsp:txBody>
      <dsp:txXfrm>
        <a:off x="3475253" y="190439"/>
        <a:ext cx="1546372" cy="656037"/>
      </dsp:txXfrm>
    </dsp:sp>
    <dsp:sp modelId="{6C58927C-F820-4E0A-8F7E-FA8A44593306}">
      <dsp:nvSpPr>
        <dsp:cNvPr id="0" name=""/>
        <dsp:cNvSpPr/>
      </dsp:nvSpPr>
      <dsp:spPr>
        <a:xfrm>
          <a:off x="66203" y="1451519"/>
          <a:ext cx="656037" cy="6560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F533C4-D850-41D9-ADEE-996EE22E4DA5}">
      <dsp:nvSpPr>
        <dsp:cNvPr id="0" name=""/>
        <dsp:cNvSpPr/>
      </dsp:nvSpPr>
      <dsp:spPr>
        <a:xfrm>
          <a:off x="203971" y="1589287"/>
          <a:ext cx="380501" cy="3805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C5EA7E-9015-41EB-BF46-6D8DE301CB20}">
      <dsp:nvSpPr>
        <dsp:cNvPr id="0" name=""/>
        <dsp:cNvSpPr/>
      </dsp:nvSpPr>
      <dsp:spPr>
        <a:xfrm>
          <a:off x="862820" y="1451519"/>
          <a:ext cx="1546372" cy="656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Compare sales across fuel and transmission types </a:t>
          </a:r>
          <a:endParaRPr lang="en-US" sz="1400" kern="1200"/>
        </a:p>
      </dsp:txBody>
      <dsp:txXfrm>
        <a:off x="862820" y="1451519"/>
        <a:ext cx="1546372" cy="656037"/>
      </dsp:txXfrm>
    </dsp:sp>
    <dsp:sp modelId="{48DD1E4B-70F1-484A-91FB-17F21800AC03}">
      <dsp:nvSpPr>
        <dsp:cNvPr id="0" name=""/>
        <dsp:cNvSpPr/>
      </dsp:nvSpPr>
      <dsp:spPr>
        <a:xfrm>
          <a:off x="2678636" y="1451519"/>
          <a:ext cx="656037" cy="6560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AEF1DF-01BF-4058-AF6C-5C84AFCD40ED}">
      <dsp:nvSpPr>
        <dsp:cNvPr id="0" name=""/>
        <dsp:cNvSpPr/>
      </dsp:nvSpPr>
      <dsp:spPr>
        <a:xfrm>
          <a:off x="2816404" y="1589287"/>
          <a:ext cx="380501" cy="3805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44DBF3-E631-4BD2-A8D7-55B5C20AD10A}">
      <dsp:nvSpPr>
        <dsp:cNvPr id="0" name=""/>
        <dsp:cNvSpPr/>
      </dsp:nvSpPr>
      <dsp:spPr>
        <a:xfrm>
          <a:off x="3475253" y="1451519"/>
          <a:ext cx="1546372" cy="656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Track price-wise sales distribution </a:t>
          </a:r>
          <a:endParaRPr lang="en-US" sz="1400" kern="1200"/>
        </a:p>
      </dsp:txBody>
      <dsp:txXfrm>
        <a:off x="3475253" y="1451519"/>
        <a:ext cx="1546372" cy="656037"/>
      </dsp:txXfrm>
    </dsp:sp>
    <dsp:sp modelId="{8605D441-79E4-4021-BDB8-44BE758CEDE8}">
      <dsp:nvSpPr>
        <dsp:cNvPr id="0" name=""/>
        <dsp:cNvSpPr/>
      </dsp:nvSpPr>
      <dsp:spPr>
        <a:xfrm>
          <a:off x="66203" y="2712600"/>
          <a:ext cx="656037" cy="6560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E0BB21-CB05-4A32-92AB-FC0734FC7AC2}">
      <dsp:nvSpPr>
        <dsp:cNvPr id="0" name=""/>
        <dsp:cNvSpPr/>
      </dsp:nvSpPr>
      <dsp:spPr>
        <a:xfrm>
          <a:off x="203971" y="2850367"/>
          <a:ext cx="380501" cy="3805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5DBCD-8480-4907-8BEE-93F11891ED6C}">
      <dsp:nvSpPr>
        <dsp:cNvPr id="0" name=""/>
        <dsp:cNvSpPr/>
      </dsp:nvSpPr>
      <dsp:spPr>
        <a:xfrm>
          <a:off x="862820" y="2712600"/>
          <a:ext cx="1546372" cy="656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Discover high-demand vehicle segments </a:t>
          </a:r>
          <a:endParaRPr lang="en-US" sz="1400" kern="1200"/>
        </a:p>
      </dsp:txBody>
      <dsp:txXfrm>
        <a:off x="862820" y="2712600"/>
        <a:ext cx="1546372" cy="656037"/>
      </dsp:txXfrm>
    </dsp:sp>
    <dsp:sp modelId="{814F354B-92C1-46A0-9831-81478F6D477D}">
      <dsp:nvSpPr>
        <dsp:cNvPr id="0" name=""/>
        <dsp:cNvSpPr/>
      </dsp:nvSpPr>
      <dsp:spPr>
        <a:xfrm>
          <a:off x="2678636" y="2712600"/>
          <a:ext cx="656037" cy="6560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D9DD88-B0CF-4DD7-86F0-23AABD210A57}">
      <dsp:nvSpPr>
        <dsp:cNvPr id="0" name=""/>
        <dsp:cNvSpPr/>
      </dsp:nvSpPr>
      <dsp:spPr>
        <a:xfrm>
          <a:off x="2816404" y="2850367"/>
          <a:ext cx="380501" cy="3805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E67C47-08C0-49B3-B2A2-43D37A04A00C}">
      <dsp:nvSpPr>
        <dsp:cNvPr id="0" name=""/>
        <dsp:cNvSpPr/>
      </dsp:nvSpPr>
      <dsp:spPr>
        <a:xfrm>
          <a:off x="3475253" y="2712600"/>
          <a:ext cx="1546372" cy="656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Support better sales and pricing strategies </a:t>
          </a:r>
          <a:endParaRPr lang="en-US" sz="1400" kern="1200"/>
        </a:p>
      </dsp:txBody>
      <dsp:txXfrm>
        <a:off x="3475253" y="2712600"/>
        <a:ext cx="1546372" cy="6560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0D269F-E5B6-4121-BC69-0A51A34B92E0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CAEB62-6621-45B4-A6FD-6B460C9201D9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399A0D-6DAE-4377-888F-5B3F000178BD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Focus on high-demand vehicle segments </a:t>
          </a:r>
          <a:endParaRPr lang="en-US" sz="1900" kern="1200"/>
        </a:p>
      </dsp:txBody>
      <dsp:txXfrm>
        <a:off x="1059754" y="4307"/>
        <a:ext cx="5304469" cy="917536"/>
      </dsp:txXfrm>
    </dsp:sp>
    <dsp:sp modelId="{E907C875-88DA-476F-BC02-EBDBEEC486F4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7435CA-B00C-4DC8-8772-F759FDF86416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04ACBC-5A42-42CA-9ED6-A7612E4D4E6C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Optimize pricing based on market trends </a:t>
          </a:r>
          <a:endParaRPr lang="en-US" sz="1900" kern="1200"/>
        </a:p>
      </dsp:txBody>
      <dsp:txXfrm>
        <a:off x="1059754" y="1151227"/>
        <a:ext cx="5304469" cy="917536"/>
      </dsp:txXfrm>
    </dsp:sp>
    <dsp:sp modelId="{424142AE-D5A5-4877-A6DF-888BAC0651B7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6B8218-BAEC-4DD1-B9ED-1514FE2DE2C1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CD1570-F3E9-40CE-A25C-670C91754E8F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Promote premium and automatic vehicles </a:t>
          </a:r>
          <a:endParaRPr lang="en-US" sz="1900" kern="1200"/>
        </a:p>
      </dsp:txBody>
      <dsp:txXfrm>
        <a:off x="1059754" y="2298147"/>
        <a:ext cx="5304469" cy="917536"/>
      </dsp:txXfrm>
    </dsp:sp>
    <dsp:sp modelId="{A0B70FA8-9DFF-4ECC-B6BB-684A16394E81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488CBB-047F-433E-BA85-782AC480DB93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69F87D-3ED1-40D8-A715-8FD9BFBDA711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Monitor brand-wise sales performance </a:t>
          </a:r>
          <a:endParaRPr lang="en-US" sz="1900" kern="1200"/>
        </a:p>
      </dsp:txBody>
      <dsp:txXfrm>
        <a:off x="1059754" y="3445068"/>
        <a:ext cx="5304469" cy="917536"/>
      </dsp:txXfrm>
    </dsp:sp>
    <dsp:sp modelId="{DD8F93D6-2CC5-48A9-B5E4-F326C7E65615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DF819E-828C-407B-BC06-B5A9D6163D27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8E038-9E36-46EF-BFF5-7AEC6B0705CC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Use data insights for better business decisions </a:t>
          </a:r>
          <a:endParaRPr lang="en-US" sz="1900" kern="1200"/>
        </a:p>
      </dsp:txBody>
      <dsp:txXfrm>
        <a:off x="1059754" y="4591988"/>
        <a:ext cx="5304469" cy="9175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3B272D-5E23-49D2-A7C5-629C36D3C664}">
      <dsp:nvSpPr>
        <dsp:cNvPr id="0" name=""/>
        <dsp:cNvSpPr/>
      </dsp:nvSpPr>
      <dsp:spPr>
        <a:xfrm>
          <a:off x="1138979" y="1203549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6A0017-D7A5-42EF-8B6F-FC1F5931D31C}">
      <dsp:nvSpPr>
        <dsp:cNvPr id="0" name=""/>
        <dsp:cNvSpPr/>
      </dsp:nvSpPr>
      <dsp:spPr>
        <a:xfrm>
          <a:off x="569079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Car prices are influenced by brand, vehicle age, fuel type, and transmission. </a:t>
          </a:r>
          <a:endParaRPr lang="en-US" sz="1400" kern="1200"/>
        </a:p>
      </dsp:txBody>
      <dsp:txXfrm>
        <a:off x="569079" y="2427788"/>
        <a:ext cx="2072362" cy="720000"/>
      </dsp:txXfrm>
    </dsp:sp>
    <dsp:sp modelId="{00571B4C-7EF6-4F3E-BCA6-25089662E319}">
      <dsp:nvSpPr>
        <dsp:cNvPr id="0" name=""/>
        <dsp:cNvSpPr/>
      </dsp:nvSpPr>
      <dsp:spPr>
        <a:xfrm>
          <a:off x="3574005" y="1203549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1900BB-03C5-4D59-9EEE-4541842263D2}">
      <dsp:nvSpPr>
        <dsp:cNvPr id="0" name=""/>
        <dsp:cNvSpPr/>
      </dsp:nvSpPr>
      <dsp:spPr>
        <a:xfrm>
          <a:off x="3004105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Market trends show higher demand for premium and newer vehicles. </a:t>
          </a:r>
          <a:endParaRPr lang="en-US" sz="1400" kern="1200"/>
        </a:p>
      </dsp:txBody>
      <dsp:txXfrm>
        <a:off x="3004105" y="2427788"/>
        <a:ext cx="2072362" cy="720000"/>
      </dsp:txXfrm>
    </dsp:sp>
    <dsp:sp modelId="{9B429F6A-388E-4571-B0EF-49A811A7D353}">
      <dsp:nvSpPr>
        <dsp:cNvPr id="0" name=""/>
        <dsp:cNvSpPr/>
      </dsp:nvSpPr>
      <dsp:spPr>
        <a:xfrm>
          <a:off x="6009031" y="1203549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A4A901-8F6A-41E5-9782-32B3E81185FA}">
      <dsp:nvSpPr>
        <dsp:cNvPr id="0" name=""/>
        <dsp:cNvSpPr/>
      </dsp:nvSpPr>
      <dsp:spPr>
        <a:xfrm>
          <a:off x="5439131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Data visualization helps identify pricing patterns and customer preferences. </a:t>
          </a:r>
          <a:endParaRPr lang="en-US" sz="1400" kern="1200"/>
        </a:p>
      </dsp:txBody>
      <dsp:txXfrm>
        <a:off x="5439131" y="2427788"/>
        <a:ext cx="2072362" cy="720000"/>
      </dsp:txXfrm>
    </dsp:sp>
    <dsp:sp modelId="{E0B3B184-5869-4397-B1EE-E6F212229DCB}">
      <dsp:nvSpPr>
        <dsp:cNvPr id="0" name=""/>
        <dsp:cNvSpPr/>
      </dsp:nvSpPr>
      <dsp:spPr>
        <a:xfrm>
          <a:off x="8444057" y="1203549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ECD8D6-F663-4F52-97A4-7017B5276E6E}">
      <dsp:nvSpPr>
        <dsp:cNvPr id="0" name=""/>
        <dsp:cNvSpPr/>
      </dsp:nvSpPr>
      <dsp:spPr>
        <a:xfrm>
          <a:off x="7874157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The dashboard supports effective pricing and sales decisions. </a:t>
          </a:r>
          <a:endParaRPr lang="en-US" sz="1400" kern="1200"/>
        </a:p>
      </dsp:txBody>
      <dsp:txXfrm>
        <a:off x="7874157" y="2427788"/>
        <a:ext cx="20723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323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7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993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30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93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168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031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59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21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337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23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01908B-20D9-7F0C-B05A-34617DC11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79" y="772410"/>
            <a:ext cx="7678881" cy="5125470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41078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0AFAAC-EA6C-45A9-9E03-C9C9F0193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rs parked in a line">
            <a:extLst>
              <a:ext uri="{FF2B5EF4-FFF2-40B4-BE49-F238E27FC236}">
                <a16:creationId xmlns:a16="http://schemas.microsoft.com/office/drawing/2014/main" id="{2B1D459E-060D-C10B-BFC1-116941FD98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29" r="1739"/>
          <a:stretch>
            <a:fillRect/>
          </a:stretch>
        </p:blipFill>
        <p:spPr>
          <a:xfrm>
            <a:off x="4883022" y="10"/>
            <a:ext cx="7308978" cy="6857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83549E37-C86B-4401-90BD-D8BF83859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A17784E-76D8-4521-A77D-0D2EBB923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6857" cy="6858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00E40-700B-E517-860E-5D32C2378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856488"/>
            <a:ext cx="4992624" cy="1243584"/>
          </a:xfrm>
        </p:spPr>
        <p:txBody>
          <a:bodyPr anchor="ctr">
            <a:normAutofit/>
          </a:bodyPr>
          <a:lstStyle/>
          <a:p>
            <a:r>
              <a:rPr lang="en-IN" sz="3400" b="1"/>
              <a:t>Business objective </a:t>
            </a:r>
            <a:endParaRPr lang="en-US" sz="3400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036C6B-F09C-4EAB-AE02-8D056EE74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325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8D5885-2804-4D3C-BE31-902E4D32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769" y="2195336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3CC3D-D6F7-F3A8-FF86-C1F33E81F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04" y="2522949"/>
            <a:ext cx="5065776" cy="34023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IN" sz="1700">
                <a:ea typeface="+mn-lt"/>
                <a:cs typeface="+mn-lt"/>
              </a:rPr>
              <a:t>Analyze car price trends </a:t>
            </a:r>
            <a:endParaRPr lang="en-US" sz="1700">
              <a:ea typeface="+mn-lt"/>
              <a:cs typeface="+mn-lt"/>
            </a:endParaRPr>
          </a:p>
          <a:p>
            <a:pPr marL="383540" indent="-383540"/>
            <a:r>
              <a:rPr lang="en-IN" sz="1700">
                <a:ea typeface="+mn-lt"/>
                <a:cs typeface="+mn-lt"/>
              </a:rPr>
              <a:t>Identify key pricing factors </a:t>
            </a:r>
          </a:p>
          <a:p>
            <a:pPr marL="383540" indent="-383540"/>
            <a:r>
              <a:rPr lang="en-IN" sz="1700">
                <a:ea typeface="+mn-lt"/>
                <a:cs typeface="+mn-lt"/>
              </a:rPr>
              <a:t>Compare vehicle features and prices </a:t>
            </a:r>
          </a:p>
          <a:p>
            <a:pPr marL="383540" indent="-383540"/>
            <a:r>
              <a:rPr lang="en-IN" sz="1700">
                <a:ea typeface="+mn-lt"/>
                <a:cs typeface="+mn-lt"/>
              </a:rPr>
              <a:t>Discover market patterns through visualization </a:t>
            </a:r>
          </a:p>
          <a:p>
            <a:pPr marL="383540" indent="-383540"/>
            <a:r>
              <a:rPr lang="en-IN" sz="1700">
                <a:ea typeface="+mn-lt"/>
                <a:cs typeface="+mn-lt"/>
              </a:rPr>
              <a:t>Support data-driven decision making </a:t>
            </a:r>
            <a:endParaRPr lang="en-IN" sz="1700"/>
          </a:p>
          <a:p>
            <a:pPr marL="383540" indent="-383540"/>
            <a:r>
              <a:rPr lang="en-IN" sz="1700">
                <a:ea typeface="+mn-lt"/>
                <a:cs typeface="+mn-lt"/>
              </a:rPr>
              <a:t>Understand vehicle depreciation trends </a:t>
            </a:r>
          </a:p>
          <a:p>
            <a:pPr marL="383540" indent="-383540"/>
            <a:r>
              <a:rPr lang="en-IN" sz="1700">
                <a:ea typeface="+mn-lt"/>
                <a:cs typeface="+mn-lt"/>
              </a:rPr>
              <a:t>Identify popular and high-value car segments </a:t>
            </a:r>
            <a:endParaRPr lang="en-IN" sz="1700"/>
          </a:p>
          <a:p>
            <a:pPr marL="383540" indent="-383540"/>
            <a:r>
              <a:rPr lang="en-IN" sz="1700">
                <a:ea typeface="+mn-lt"/>
                <a:cs typeface="+mn-lt"/>
              </a:rPr>
              <a:t>Build an interactive analytical dashboard </a:t>
            </a:r>
          </a:p>
          <a:p>
            <a:pPr marL="383540" indent="-383540"/>
            <a:endParaRPr lang="en-IN" sz="1700"/>
          </a:p>
        </p:txBody>
      </p:sp>
    </p:spTree>
    <p:extLst>
      <p:ext uri="{BB962C8B-B14F-4D97-AF65-F5344CB8AC3E}">
        <p14:creationId xmlns:p14="http://schemas.microsoft.com/office/powerpoint/2010/main" val="2534530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26A63-DD66-7434-9EA0-FEB4EDD0128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219" y="-407486"/>
            <a:ext cx="9214981" cy="2550611"/>
          </a:xfrm>
        </p:spPr>
        <p:txBody>
          <a:bodyPr/>
          <a:lstStyle/>
          <a:p>
            <a:r>
              <a:rPr lang="en-IN" b="1"/>
              <a:t>Data Overview</a:t>
            </a:r>
            <a:endParaRPr lang="en-US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245D9C-6D4C-675B-5A80-E36F28AC7478}"/>
              </a:ext>
            </a:extLst>
          </p:cNvPr>
          <p:cNvSpPr txBox="1"/>
          <p:nvPr/>
        </p:nvSpPr>
        <p:spPr>
          <a:xfrm>
            <a:off x="1158133" y="147776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u="sng"/>
              <a:t>Dataset Name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87CC6E-A8CF-7CDF-0B9C-301898739B2B}"/>
              </a:ext>
            </a:extLst>
          </p:cNvPr>
          <p:cNvSpPr txBox="1"/>
          <p:nvPr/>
        </p:nvSpPr>
        <p:spPr>
          <a:xfrm>
            <a:off x="1371600" y="214276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/>
              <a:t>Car Prices 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A8755D-193B-B414-A659-EF2738597A26}"/>
              </a:ext>
            </a:extLst>
          </p:cNvPr>
          <p:cNvSpPr txBox="1"/>
          <p:nvPr/>
        </p:nvSpPr>
        <p:spPr>
          <a:xfrm>
            <a:off x="1098090" y="2834424"/>
            <a:ext cx="6424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u="sng"/>
              <a:t>Key Features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8EF70B-77A2-A8EA-8E6E-880FCA8E30AC}"/>
              </a:ext>
            </a:extLst>
          </p:cNvPr>
          <p:cNvSpPr txBox="1"/>
          <p:nvPr/>
        </p:nvSpPr>
        <p:spPr>
          <a:xfrm>
            <a:off x="1367239" y="3293098"/>
            <a:ext cx="4633443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/>
              <a:t>    Brand, Model, Year, Price, Fuel Type, </a:t>
            </a:r>
            <a:r>
              <a:rPr lang="en-US" sz="2400" dirty="0"/>
              <a:t>Transmission, Mileage, Engine Size, Location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BA230F-68B0-15E3-368B-286A2FB8FC01}"/>
              </a:ext>
            </a:extLst>
          </p:cNvPr>
          <p:cNvSpPr txBox="1"/>
          <p:nvPr/>
        </p:nvSpPr>
        <p:spPr>
          <a:xfrm rot="10800000" flipV="1">
            <a:off x="1098090" y="4633350"/>
            <a:ext cx="3527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u="sng"/>
              <a:t>Tools Used</a:t>
            </a:r>
            <a:r>
              <a:rPr lang="en-IN" sz="2400" b="1" i="1" u="sng"/>
              <a:t>     </a:t>
            </a:r>
            <a:endParaRPr lang="en-US" sz="2400" b="1" i="1" u="sn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919E5D-6881-B308-C965-0D49BAE12D65}"/>
              </a:ext>
            </a:extLst>
          </p:cNvPr>
          <p:cNvSpPr txBox="1"/>
          <p:nvPr/>
        </p:nvSpPr>
        <p:spPr>
          <a:xfrm>
            <a:off x="1373707" y="5105454"/>
            <a:ext cx="3959208" cy="12344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/>
              <a:t>        Python, Pandas, NumPy, Matplotlib, Seaborn, Power BI, </a:t>
            </a:r>
            <a:r>
              <a:rPr lang="en-US" sz="2400" dirty="0" err="1"/>
              <a:t>Jupyter</a:t>
            </a:r>
            <a:r>
              <a:rPr lang="en-US" sz="2400" dirty="0"/>
              <a:t> Notebook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46657FB-50A0-BE94-D240-AE5F2785D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735" y="1058955"/>
            <a:ext cx="5292539" cy="49486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21184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41C5D0-ED84-9BD3-913D-1368B6A5A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IN" sz="3200"/>
              <a:t>Key Business KPIs</a:t>
            </a:r>
            <a:endParaRPr lang="en-US" sz="32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93C69-E16D-67BC-732B-1B5EA2CA0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pPr>
              <a:buFont typeface="Courier New" panose="020B0604020202020204" pitchFamily="34" charset="0"/>
              <a:buChar char="o"/>
            </a:pPr>
            <a:r>
              <a:rPr lang="en-IN" sz="1800"/>
              <a:t>Total Cars – 31.12K</a:t>
            </a:r>
            <a:endParaRPr lang="en-US" sz="1800"/>
          </a:p>
          <a:p>
            <a:pPr>
              <a:buFont typeface="Courier New" panose="020B0604020202020204" pitchFamily="34" charset="0"/>
              <a:buChar char="o"/>
            </a:pPr>
            <a:r>
              <a:rPr lang="en-IN" sz="1800"/>
              <a:t>Average Car Price – 11.21K</a:t>
            </a:r>
            <a:endParaRPr lang="en-US" sz="1800"/>
          </a:p>
        </p:txBody>
      </p:sp>
      <p:pic>
        <p:nvPicPr>
          <p:cNvPr id="4" name="Picture 3" descr="A blue and white rectangular box with black text&#10;&#10;AI-generated content may be incorrect.">
            <a:extLst>
              <a:ext uri="{FF2B5EF4-FFF2-40B4-BE49-F238E27FC236}">
                <a16:creationId xmlns:a16="http://schemas.microsoft.com/office/drawing/2014/main" id="{79BA7C8D-2074-DFC3-0EF7-9D7C921A8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745440"/>
            <a:ext cx="11164824" cy="346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053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66DF60-45C4-2ABB-DE8A-6134F3CBA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N" sz="4600"/>
              <a:t>Sales Performance Analysis </a:t>
            </a:r>
            <a:endParaRPr lang="en-US" sz="4600"/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B5877610-75A0-AABE-38E1-4050B88EF9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2141" y="2660904"/>
          <a:ext cx="5087830" cy="3559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C920A091-9D9D-FF3B-16FD-54C05126D3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9698" y="640080"/>
            <a:ext cx="5117667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76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B85F6-FBC7-DB69-EB02-DB8D17F3E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IN" sz="6100"/>
              <a:t>Price Trend Analysis</a:t>
            </a:r>
            <a:endParaRPr lang="en-US" sz="61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3BBB3-3FD2-5739-E960-94CEE8810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704899"/>
            <a:ext cx="5498465" cy="3504231"/>
          </a:xfrm>
        </p:spPr>
        <p:txBody>
          <a:bodyPr anchor="ctr">
            <a:normAutofit/>
          </a:bodyPr>
          <a:lstStyle/>
          <a:p>
            <a:r>
              <a:rPr lang="en-IN" sz="2400">
                <a:ea typeface="+mn-lt"/>
                <a:cs typeface="+mn-lt"/>
              </a:rPr>
              <a:t>Year-wise car price trends </a:t>
            </a:r>
            <a:endParaRPr lang="en-US" sz="2400"/>
          </a:p>
          <a:p>
            <a:r>
              <a:rPr lang="en-IN" sz="2400">
                <a:ea typeface="+mn-lt"/>
                <a:cs typeface="+mn-lt"/>
              </a:rPr>
              <a:t>Increase/decrease in pricing patterns </a:t>
            </a:r>
            <a:endParaRPr lang="en-IN"/>
          </a:p>
          <a:p>
            <a:r>
              <a:rPr lang="en-IN" sz="2400">
                <a:ea typeface="+mn-lt"/>
                <a:cs typeface="+mn-lt"/>
              </a:rPr>
              <a:t>Market demand observations </a:t>
            </a:r>
            <a:endParaRPr lang="en-IN"/>
          </a:p>
          <a:p>
            <a:r>
              <a:rPr lang="en-IN" sz="2400">
                <a:ea typeface="+mn-lt"/>
                <a:cs typeface="+mn-lt"/>
              </a:rPr>
              <a:t>Impact of vehicle age on pricing </a:t>
            </a:r>
            <a:endParaRPr lang="en-IN"/>
          </a:p>
          <a:p>
            <a:r>
              <a:rPr lang="en-IN" sz="2400">
                <a:ea typeface="+mn-lt"/>
                <a:cs typeface="+mn-lt"/>
              </a:rPr>
              <a:t>Brand-wise price comparison </a:t>
            </a:r>
            <a:endParaRPr lang="en-IN"/>
          </a:p>
          <a:p>
            <a:r>
              <a:rPr lang="en-IN" sz="2400">
                <a:ea typeface="+mn-lt"/>
                <a:cs typeface="+mn-lt"/>
              </a:rPr>
              <a:t>Seasonal and market trend insights </a:t>
            </a:r>
            <a:endParaRPr lang="en-IN"/>
          </a:p>
          <a:p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333404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E74D04-FB9F-1E47-E04A-A4C341A00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N" sz="5000"/>
              <a:t>Transmission Analysis</a:t>
            </a:r>
            <a:endParaRPr lang="en-US" sz="5000"/>
          </a:p>
        </p:txBody>
      </p:sp>
      <p:sp>
        <p:nvSpPr>
          <p:cNvPr id="57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4AB8A-7709-DFFD-5B50-71BB8ED39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046451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2200">
                <a:ea typeface="+mn-lt"/>
                <a:cs typeface="+mn-lt"/>
              </a:rPr>
              <a:t>Manual vs automatic price comparison </a:t>
            </a:r>
            <a:endParaRPr lang="en-US" sz="2200"/>
          </a:p>
          <a:p>
            <a:r>
              <a:rPr lang="en-IN" sz="2200">
                <a:ea typeface="+mn-lt"/>
                <a:cs typeface="+mn-lt"/>
              </a:rPr>
              <a:t>Transmission-wise market demand </a:t>
            </a:r>
          </a:p>
          <a:p>
            <a:r>
              <a:rPr lang="en-IN" sz="2200">
                <a:ea typeface="+mn-lt"/>
                <a:cs typeface="+mn-lt"/>
              </a:rPr>
              <a:t>Popular transmission types </a:t>
            </a:r>
          </a:p>
          <a:p>
            <a:r>
              <a:rPr lang="en-IN" sz="2200">
                <a:ea typeface="+mn-lt"/>
                <a:cs typeface="+mn-lt"/>
              </a:rPr>
              <a:t>Pricing trend analysis </a:t>
            </a:r>
            <a:endParaRPr lang="en-IN" sz="2200"/>
          </a:p>
          <a:p>
            <a:r>
              <a:rPr lang="en-IN" sz="2200">
                <a:ea typeface="+mn-lt"/>
                <a:cs typeface="+mn-lt"/>
              </a:rPr>
              <a:t>Sales performance by transmission </a:t>
            </a:r>
          </a:p>
          <a:p>
            <a:r>
              <a:rPr lang="en-IN" sz="2200">
                <a:ea typeface="+mn-lt"/>
                <a:cs typeface="+mn-lt"/>
              </a:rPr>
              <a:t>Customer preference insights </a:t>
            </a:r>
          </a:p>
          <a:p>
            <a:endParaRPr lang="en-IN" sz="2200"/>
          </a:p>
        </p:txBody>
      </p:sp>
      <p:pic>
        <p:nvPicPr>
          <p:cNvPr id="4" name="Picture 3" descr="A graph showing the number of transmission distribution&#10;&#10;AI-generated content may be incorrect.">
            <a:extLst>
              <a:ext uri="{FF2B5EF4-FFF2-40B4-BE49-F238E27FC236}">
                <a16:creationId xmlns:a16="http://schemas.microsoft.com/office/drawing/2014/main" id="{F87572D9-B260-E27F-6446-9EFA88934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733" y="816153"/>
            <a:ext cx="6429735" cy="522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110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3181F-2E43-D969-49CD-AA392DA9E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IN"/>
              <a:t>Brand Analysis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1757C-B7EC-66AA-5025-42B1CF765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IN" sz="2000">
                <a:ea typeface="+mn-lt"/>
                <a:cs typeface="+mn-lt"/>
              </a:rPr>
              <a:t>Top car brands analysis </a:t>
            </a:r>
            <a:endParaRPr lang="en-US" sz="2000"/>
          </a:p>
          <a:p>
            <a:r>
              <a:rPr lang="en-IN" sz="2000">
                <a:ea typeface="+mn-lt"/>
                <a:cs typeface="+mn-lt"/>
              </a:rPr>
              <a:t>Brand-wise average pricing </a:t>
            </a:r>
            <a:endParaRPr lang="en-IN" sz="2000"/>
          </a:p>
          <a:p>
            <a:r>
              <a:rPr lang="en-IN" sz="2000">
                <a:ea typeface="+mn-lt"/>
                <a:cs typeface="+mn-lt"/>
              </a:rPr>
              <a:t>Market performance insights </a:t>
            </a:r>
            <a:endParaRPr lang="en-IN" sz="2000"/>
          </a:p>
          <a:p>
            <a:r>
              <a:rPr lang="en-IN" sz="2000">
                <a:ea typeface="+mn-lt"/>
                <a:cs typeface="+mn-lt"/>
              </a:rPr>
              <a:t>Popular brand comparison </a:t>
            </a:r>
            <a:endParaRPr lang="en-IN" sz="2000"/>
          </a:p>
          <a:p>
            <a:r>
              <a:rPr lang="en-IN" sz="2000">
                <a:ea typeface="+mn-lt"/>
                <a:cs typeface="+mn-lt"/>
              </a:rPr>
              <a:t>Brand demand trends </a:t>
            </a:r>
            <a:endParaRPr lang="en-IN" sz="2000"/>
          </a:p>
          <a:p>
            <a:r>
              <a:rPr lang="en-IN" sz="2000">
                <a:ea typeface="+mn-lt"/>
                <a:cs typeface="+mn-lt"/>
              </a:rPr>
              <a:t>High-value brand identification </a:t>
            </a:r>
            <a:endParaRPr lang="en-IN" sz="2000"/>
          </a:p>
          <a:p>
            <a:endParaRPr lang="en-IN" sz="2000"/>
          </a:p>
        </p:txBody>
      </p:sp>
      <p:pic>
        <p:nvPicPr>
          <p:cNvPr id="4" name="Picture 3" descr="A screenshot of a survey&#10;&#10;AI-generated content may be incorrect.">
            <a:extLst>
              <a:ext uri="{FF2B5EF4-FFF2-40B4-BE49-F238E27FC236}">
                <a16:creationId xmlns:a16="http://schemas.microsoft.com/office/drawing/2014/main" id="{C246A8A2-01B4-ABBA-C12A-B17050A92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018" y="351882"/>
            <a:ext cx="3380276" cy="59920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16884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AFB9E1-D29B-2BE6-C660-F35425115C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918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C7362-2974-853D-1B88-AB9F4E64B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IN" sz="4000"/>
              <a:t>Dashboard Insights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989DF-8A62-4C6C-CBFF-14940EC56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IN" sz="2000">
                <a:ea typeface="+mn-lt"/>
                <a:cs typeface="+mn-lt"/>
              </a:rPr>
              <a:t>Car prices vary across brands and vehicle types </a:t>
            </a:r>
            <a:endParaRPr lang="en-US" sz="2000"/>
          </a:p>
          <a:p>
            <a:r>
              <a:rPr lang="en-IN" sz="2000">
                <a:ea typeface="+mn-lt"/>
                <a:cs typeface="+mn-lt"/>
              </a:rPr>
              <a:t>Automatic cars have higher average prices </a:t>
            </a:r>
            <a:endParaRPr lang="en-IN" sz="2000"/>
          </a:p>
          <a:p>
            <a:r>
              <a:rPr lang="en-IN" sz="2000">
                <a:ea typeface="+mn-lt"/>
                <a:cs typeface="+mn-lt"/>
              </a:rPr>
              <a:t>Newer vehicles show higher market value </a:t>
            </a:r>
            <a:endParaRPr lang="en-IN" sz="2000"/>
          </a:p>
          <a:p>
            <a:r>
              <a:rPr lang="en-IN" sz="2000">
                <a:ea typeface="+mn-lt"/>
                <a:cs typeface="+mn-lt"/>
              </a:rPr>
              <a:t>Fuel type impacts pricing and demand </a:t>
            </a:r>
            <a:endParaRPr lang="en-IN" sz="2000"/>
          </a:p>
          <a:p>
            <a:r>
              <a:rPr lang="en-IN" sz="2000">
                <a:ea typeface="+mn-lt"/>
                <a:cs typeface="+mn-lt"/>
              </a:rPr>
              <a:t>Premium brands dominate market performance </a:t>
            </a:r>
            <a:endParaRPr lang="en-IN" sz="2000"/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3307649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C2B4A2-46FE-82C6-4856-5350F6A29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3400"/>
              <a:t>Business Recommendations</a:t>
            </a:r>
            <a:endParaRPr lang="en-US" sz="3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549CFE-4CDF-8D9E-20E5-648A08614D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456410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7844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0DE54-7775-FE97-79A3-2A9AB80D9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</a:t>
            </a:r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C0388959-7626-53C3-2B0A-873527DDA3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045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869EF6-21F1-21D5-9396-94AF2DBCD7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068" b="17946"/>
          <a:stretch>
            <a:fillRect/>
          </a:stretch>
        </p:blipFill>
        <p:spPr>
          <a:xfrm>
            <a:off x="2297221" y="1203760"/>
            <a:ext cx="7395850" cy="415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037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Business objective </vt:lpstr>
      <vt:lpstr>Data Overview</vt:lpstr>
      <vt:lpstr>Key Business KPIs</vt:lpstr>
      <vt:lpstr>Sales Performance Analysis </vt:lpstr>
      <vt:lpstr>Price Trend Analysis</vt:lpstr>
      <vt:lpstr>Transmission Analysis</vt:lpstr>
      <vt:lpstr>Brand Analysis</vt:lpstr>
      <vt:lpstr>Dashboard Insights</vt:lpstr>
      <vt:lpstr>Business Recommendations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anushapurra4@gmail.com</dc:creator>
  <cp:revision>88</cp:revision>
  <dcterms:created xsi:type="dcterms:W3CDTF">2026-05-09T11:21:29Z</dcterms:created>
  <dcterms:modified xsi:type="dcterms:W3CDTF">2026-05-09T13:50:00Z</dcterms:modified>
</cp:coreProperties>
</file>